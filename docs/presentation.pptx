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
  </p:notesMasterIdLst>
  <p:sldIdLst>
    <p:sldId id="257" r:id="rId2"/>
    <p:sldId id="262" r:id="rId3"/>
    <p:sldId id="259" r:id="rId4"/>
    <p:sldId id="260" r:id="rId5"/>
    <p:sldId id="261" r:id="rId6"/>
    <p:sldId id="258" r:id="rId7"/>
    <p:sldId id="263" r:id="rId8"/>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639B816-C34A-4898-B43F-4925C47540C2}" v="3" dt="2026-06-09T14:40:21.17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p:scale>
          <a:sx n="67" d="100"/>
          <a:sy n="67" d="100"/>
        </p:scale>
        <p:origin x="644" y="2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5" Type="http://schemas.microsoft.com/office/2015/10/relationships/revisionInfo" Target="revisionInfo.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 Id="rId1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大西　英恋" userId="432ceeef-0685-43ed-a365-158815604cdd" providerId="ADAL" clId="{DB4409CF-041E-4BF6-A013-EF801357AB02}"/>
    <pc:docChg chg="undo custSel addSld delSld modSld sldOrd">
      <pc:chgData name="大西　英恋" userId="432ceeef-0685-43ed-a365-158815604cdd" providerId="ADAL" clId="{DB4409CF-041E-4BF6-A013-EF801357AB02}" dt="2026-06-09T14:47:07.371" v="7722" actId="1076"/>
      <pc:docMkLst>
        <pc:docMk/>
      </pc:docMkLst>
      <pc:sldChg chg="addSp modSp new mod">
        <pc:chgData name="大西　英恋" userId="432ceeef-0685-43ed-a365-158815604cdd" providerId="ADAL" clId="{DB4409CF-041E-4BF6-A013-EF801357AB02}" dt="2026-06-07T03:23:10.944" v="2172" actId="20577"/>
        <pc:sldMkLst>
          <pc:docMk/>
          <pc:sldMk cId="3219699500" sldId="257"/>
        </pc:sldMkLst>
        <pc:spChg chg="mod">
          <ac:chgData name="大西　英恋" userId="432ceeef-0685-43ed-a365-158815604cdd" providerId="ADAL" clId="{DB4409CF-041E-4BF6-A013-EF801357AB02}" dt="2026-05-29T02:51:56.599" v="673" actId="113"/>
          <ac:spMkLst>
            <pc:docMk/>
            <pc:sldMk cId="3219699500" sldId="257"/>
            <ac:spMk id="2" creationId="{07994ABD-8F60-14A8-D1FE-29DC73E5FCD3}"/>
          </ac:spMkLst>
        </pc:spChg>
        <pc:spChg chg="mod">
          <ac:chgData name="大西　英恋" userId="432ceeef-0685-43ed-a365-158815604cdd" providerId="ADAL" clId="{DB4409CF-041E-4BF6-A013-EF801357AB02}" dt="2026-06-07T03:17:13.618" v="1693" actId="20577"/>
          <ac:spMkLst>
            <pc:docMk/>
            <pc:sldMk cId="3219699500" sldId="257"/>
            <ac:spMk id="3" creationId="{A3A391FD-582F-92F7-CD2D-A92D7D329CD9}"/>
          </ac:spMkLst>
        </pc:spChg>
        <pc:spChg chg="add mod">
          <ac:chgData name="大西　英恋" userId="432ceeef-0685-43ed-a365-158815604cdd" providerId="ADAL" clId="{DB4409CF-041E-4BF6-A013-EF801357AB02}" dt="2026-06-07T03:23:10.944" v="2172" actId="20577"/>
          <ac:spMkLst>
            <pc:docMk/>
            <pc:sldMk cId="3219699500" sldId="257"/>
            <ac:spMk id="4" creationId="{9ED585F8-B9DB-0FF0-72A5-991D6C79AB99}"/>
          </ac:spMkLst>
        </pc:spChg>
      </pc:sldChg>
      <pc:sldChg chg="delSp modSp add mod ord">
        <pc:chgData name="大西　英恋" userId="432ceeef-0685-43ed-a365-158815604cdd" providerId="ADAL" clId="{DB4409CF-041E-4BF6-A013-EF801357AB02}" dt="2026-06-08T08:17:01.567" v="5492" actId="20577"/>
        <pc:sldMkLst>
          <pc:docMk/>
          <pc:sldMk cId="3651217742" sldId="258"/>
        </pc:sldMkLst>
        <pc:spChg chg="mod">
          <ac:chgData name="大西　英恋" userId="432ceeef-0685-43ed-a365-158815604cdd" providerId="ADAL" clId="{DB4409CF-041E-4BF6-A013-EF801357AB02}" dt="2026-05-29T02:54:49.088" v="1015" actId="113"/>
          <ac:spMkLst>
            <pc:docMk/>
            <pc:sldMk cId="3651217742" sldId="258"/>
            <ac:spMk id="2" creationId="{06F0E8C7-2EF8-D08D-4046-0D8ED34650B6}"/>
          </ac:spMkLst>
        </pc:spChg>
        <pc:spChg chg="mod">
          <ac:chgData name="大西　英恋" userId="432ceeef-0685-43ed-a365-158815604cdd" providerId="ADAL" clId="{DB4409CF-041E-4BF6-A013-EF801357AB02}" dt="2026-06-08T08:17:01.567" v="5492" actId="20577"/>
          <ac:spMkLst>
            <pc:docMk/>
            <pc:sldMk cId="3651217742" sldId="258"/>
            <ac:spMk id="3" creationId="{569F0846-9C3A-18B6-CEB9-AB6C3DE8456E}"/>
          </ac:spMkLst>
        </pc:spChg>
      </pc:sldChg>
      <pc:sldChg chg="modSp add mod">
        <pc:chgData name="大西　英恋" userId="432ceeef-0685-43ed-a365-158815604cdd" providerId="ADAL" clId="{DB4409CF-041E-4BF6-A013-EF801357AB02}" dt="2026-06-08T08:19:40.512" v="5574" actId="20577"/>
        <pc:sldMkLst>
          <pc:docMk/>
          <pc:sldMk cId="3020638250" sldId="259"/>
        </pc:sldMkLst>
        <pc:spChg chg="mod">
          <ac:chgData name="大西　英恋" userId="432ceeef-0685-43ed-a365-158815604cdd" providerId="ADAL" clId="{DB4409CF-041E-4BF6-A013-EF801357AB02}" dt="2026-06-07T03:23:29.906" v="2194" actId="20577"/>
          <ac:spMkLst>
            <pc:docMk/>
            <pc:sldMk cId="3020638250" sldId="259"/>
            <ac:spMk id="2" creationId="{B5291EB8-1194-80A8-B5C2-5509A937DFBC}"/>
          </ac:spMkLst>
        </pc:spChg>
        <pc:spChg chg="mod">
          <ac:chgData name="大西　英恋" userId="432ceeef-0685-43ed-a365-158815604cdd" providerId="ADAL" clId="{DB4409CF-041E-4BF6-A013-EF801357AB02}" dt="2026-06-07T22:43:47.281" v="2211" actId="20577"/>
          <ac:spMkLst>
            <pc:docMk/>
            <pc:sldMk cId="3020638250" sldId="259"/>
            <ac:spMk id="3" creationId="{34A05873-7D63-5D19-E174-5D6AA2557740}"/>
          </ac:spMkLst>
        </pc:spChg>
        <pc:spChg chg="mod">
          <ac:chgData name="大西　英恋" userId="432ceeef-0685-43ed-a365-158815604cdd" providerId="ADAL" clId="{DB4409CF-041E-4BF6-A013-EF801357AB02}" dt="2026-06-08T08:19:40.512" v="5574" actId="20577"/>
          <ac:spMkLst>
            <pc:docMk/>
            <pc:sldMk cId="3020638250" sldId="259"/>
            <ac:spMk id="4" creationId="{882000DD-1025-D54F-87E6-803CB2A87340}"/>
          </ac:spMkLst>
        </pc:spChg>
      </pc:sldChg>
      <pc:sldChg chg="modSp add mod ord">
        <pc:chgData name="大西　英恋" userId="432ceeef-0685-43ed-a365-158815604cdd" providerId="ADAL" clId="{DB4409CF-041E-4BF6-A013-EF801357AB02}" dt="2026-06-08T00:51:09.223" v="3345" actId="27636"/>
        <pc:sldMkLst>
          <pc:docMk/>
          <pc:sldMk cId="3336369047" sldId="260"/>
        </pc:sldMkLst>
        <pc:spChg chg="mod">
          <ac:chgData name="大西　英恋" userId="432ceeef-0685-43ed-a365-158815604cdd" providerId="ADAL" clId="{DB4409CF-041E-4BF6-A013-EF801357AB02}" dt="2026-06-07T22:50:26.972" v="2315" actId="20577"/>
          <ac:spMkLst>
            <pc:docMk/>
            <pc:sldMk cId="3336369047" sldId="260"/>
            <ac:spMk id="2" creationId="{2F733B54-E78E-C902-3C1E-59BC65236C9A}"/>
          </ac:spMkLst>
        </pc:spChg>
        <pc:spChg chg="mod">
          <ac:chgData name="大西　英恋" userId="432ceeef-0685-43ed-a365-158815604cdd" providerId="ADAL" clId="{DB4409CF-041E-4BF6-A013-EF801357AB02}" dt="2026-06-08T00:50:05.018" v="3232" actId="20577"/>
          <ac:spMkLst>
            <pc:docMk/>
            <pc:sldMk cId="3336369047" sldId="260"/>
            <ac:spMk id="3" creationId="{52311838-AD3B-BF35-623C-847D42E911CC}"/>
          </ac:spMkLst>
        </pc:spChg>
        <pc:spChg chg="mod">
          <ac:chgData name="大西　英恋" userId="432ceeef-0685-43ed-a365-158815604cdd" providerId="ADAL" clId="{DB4409CF-041E-4BF6-A013-EF801357AB02}" dt="2026-06-08T00:51:09.223" v="3345" actId="27636"/>
          <ac:spMkLst>
            <pc:docMk/>
            <pc:sldMk cId="3336369047" sldId="260"/>
            <ac:spMk id="4" creationId="{49768167-5C96-244C-BA8B-E33F8C92C8A7}"/>
          </ac:spMkLst>
        </pc:spChg>
      </pc:sldChg>
      <pc:sldChg chg="modSp add mod">
        <pc:chgData name="大西　英恋" userId="432ceeef-0685-43ed-a365-158815604cdd" providerId="ADAL" clId="{DB4409CF-041E-4BF6-A013-EF801357AB02}" dt="2026-06-08T08:14:17.251" v="5148" actId="20577"/>
        <pc:sldMkLst>
          <pc:docMk/>
          <pc:sldMk cId="1097482087" sldId="261"/>
        </pc:sldMkLst>
        <pc:spChg chg="mod">
          <ac:chgData name="大西　英恋" userId="432ceeef-0685-43ed-a365-158815604cdd" providerId="ADAL" clId="{DB4409CF-041E-4BF6-A013-EF801357AB02}" dt="2026-06-07T22:59:24.169" v="2754" actId="20577"/>
          <ac:spMkLst>
            <pc:docMk/>
            <pc:sldMk cId="1097482087" sldId="261"/>
            <ac:spMk id="2" creationId="{1DD7CF21-8409-7F15-3DD0-088D1C26CD9B}"/>
          </ac:spMkLst>
        </pc:spChg>
        <pc:spChg chg="mod">
          <ac:chgData name="大西　英恋" userId="432ceeef-0685-43ed-a365-158815604cdd" providerId="ADAL" clId="{DB4409CF-041E-4BF6-A013-EF801357AB02}" dt="2026-06-08T07:31:38.659" v="3556" actId="6549"/>
          <ac:spMkLst>
            <pc:docMk/>
            <pc:sldMk cId="1097482087" sldId="261"/>
            <ac:spMk id="3" creationId="{68465EFE-E7ED-93DF-0506-EDB13CB0B971}"/>
          </ac:spMkLst>
        </pc:spChg>
        <pc:spChg chg="mod">
          <ac:chgData name="大西　英恋" userId="432ceeef-0685-43ed-a365-158815604cdd" providerId="ADAL" clId="{DB4409CF-041E-4BF6-A013-EF801357AB02}" dt="2026-06-08T08:14:17.251" v="5148" actId="20577"/>
          <ac:spMkLst>
            <pc:docMk/>
            <pc:sldMk cId="1097482087" sldId="261"/>
            <ac:spMk id="4" creationId="{3A50A365-1972-D62C-76F0-BAB4412605FB}"/>
          </ac:spMkLst>
        </pc:spChg>
      </pc:sldChg>
      <pc:sldChg chg="modSp add mod">
        <pc:chgData name="大西　英恋" userId="432ceeef-0685-43ed-a365-158815604cdd" providerId="ADAL" clId="{DB4409CF-041E-4BF6-A013-EF801357AB02}" dt="2026-06-08T08:15:41.757" v="5235" actId="20577"/>
        <pc:sldMkLst>
          <pc:docMk/>
          <pc:sldMk cId="475058967" sldId="262"/>
        </pc:sldMkLst>
        <pc:spChg chg="mod">
          <ac:chgData name="大西　英恋" userId="432ceeef-0685-43ed-a365-158815604cdd" providerId="ADAL" clId="{DB4409CF-041E-4BF6-A013-EF801357AB02}" dt="2026-06-08T07:38:29.092" v="3571" actId="20577"/>
          <ac:spMkLst>
            <pc:docMk/>
            <pc:sldMk cId="475058967" sldId="262"/>
            <ac:spMk id="2" creationId="{FD94A466-0900-88E3-5E6F-F67EF4C08F34}"/>
          </ac:spMkLst>
        </pc:spChg>
        <pc:spChg chg="mod">
          <ac:chgData name="大西　英恋" userId="432ceeef-0685-43ed-a365-158815604cdd" providerId="ADAL" clId="{DB4409CF-041E-4BF6-A013-EF801357AB02}" dt="2026-06-08T08:12:18.377" v="5058" actId="113"/>
          <ac:spMkLst>
            <pc:docMk/>
            <pc:sldMk cId="475058967" sldId="262"/>
            <ac:spMk id="3" creationId="{DEADEA57-748D-47B8-DD90-ED2E78E8C721}"/>
          </ac:spMkLst>
        </pc:spChg>
        <pc:spChg chg="mod">
          <ac:chgData name="大西　英恋" userId="432ceeef-0685-43ed-a365-158815604cdd" providerId="ADAL" clId="{DB4409CF-041E-4BF6-A013-EF801357AB02}" dt="2026-06-08T08:15:41.757" v="5235" actId="20577"/>
          <ac:spMkLst>
            <pc:docMk/>
            <pc:sldMk cId="475058967" sldId="262"/>
            <ac:spMk id="4" creationId="{1A5C8CE6-8AEC-3ED2-7EFE-47C11060EE42}"/>
          </ac:spMkLst>
        </pc:spChg>
      </pc:sldChg>
      <pc:sldChg chg="addSp delSp modSp add mod">
        <pc:chgData name="大西　英恋" userId="432ceeef-0685-43ed-a365-158815604cdd" providerId="ADAL" clId="{DB4409CF-041E-4BF6-A013-EF801357AB02}" dt="2026-06-09T14:47:07.371" v="7722" actId="1076"/>
        <pc:sldMkLst>
          <pc:docMk/>
          <pc:sldMk cId="2254473754" sldId="263"/>
        </pc:sldMkLst>
        <pc:spChg chg="add del mod">
          <ac:chgData name="大西　英恋" userId="432ceeef-0685-43ed-a365-158815604cdd" providerId="ADAL" clId="{DB4409CF-041E-4BF6-A013-EF801357AB02}" dt="2026-06-09T14:09:47.566" v="7076" actId="478"/>
          <ac:spMkLst>
            <pc:docMk/>
            <pc:sldMk cId="2254473754" sldId="263"/>
            <ac:spMk id="2" creationId="{4A445262-4B0B-37D4-E890-2595FA4555E1}"/>
          </ac:spMkLst>
        </pc:spChg>
        <pc:spChg chg="mod">
          <ac:chgData name="大西　英恋" userId="432ceeef-0685-43ed-a365-158815604cdd" providerId="ADAL" clId="{DB4409CF-041E-4BF6-A013-EF801357AB02}" dt="2026-06-09T14:47:00.438" v="7721" actId="1076"/>
          <ac:spMkLst>
            <pc:docMk/>
            <pc:sldMk cId="2254473754" sldId="263"/>
            <ac:spMk id="3" creationId="{600089D0-FD2C-754C-2911-BD0887B3DD89}"/>
          </ac:spMkLst>
        </pc:spChg>
        <pc:spChg chg="add mod">
          <ac:chgData name="大西　英恋" userId="432ceeef-0685-43ed-a365-158815604cdd" providerId="ADAL" clId="{DB4409CF-041E-4BF6-A013-EF801357AB02}" dt="2026-06-08T08:33:29.323" v="5579"/>
          <ac:spMkLst>
            <pc:docMk/>
            <pc:sldMk cId="2254473754" sldId="263"/>
            <ac:spMk id="4" creationId="{78608304-CCE4-6F42-AB2D-00C09AB4F177}"/>
          </ac:spMkLst>
        </pc:spChg>
        <pc:spChg chg="mod">
          <ac:chgData name="大西　英恋" userId="432ceeef-0685-43ed-a365-158815604cdd" providerId="ADAL" clId="{DB4409CF-041E-4BF6-A013-EF801357AB02}" dt="2026-06-08T08:51:01.164" v="7030" actId="20577"/>
          <ac:spMkLst>
            <pc:docMk/>
            <pc:sldMk cId="2254473754" sldId="263"/>
            <ac:spMk id="5" creationId="{FA762F9F-F4CB-8021-6793-099C7606AFC0}"/>
          </ac:spMkLst>
        </pc:spChg>
        <pc:spChg chg="add del mod">
          <ac:chgData name="大西　英恋" userId="432ceeef-0685-43ed-a365-158815604cdd" providerId="ADAL" clId="{DB4409CF-041E-4BF6-A013-EF801357AB02}" dt="2026-06-09T14:41:40.450" v="7697" actId="113"/>
          <ac:spMkLst>
            <pc:docMk/>
            <pc:sldMk cId="2254473754" sldId="263"/>
            <ac:spMk id="6" creationId="{75CA22EE-5C85-CB80-CE35-AF06EBD552DC}"/>
          </ac:spMkLst>
        </pc:spChg>
        <pc:spChg chg="mod">
          <ac:chgData name="大西　英恋" userId="432ceeef-0685-43ed-a365-158815604cdd" providerId="ADAL" clId="{DB4409CF-041E-4BF6-A013-EF801357AB02}" dt="2026-06-09T14:41:35.759" v="7696" actId="113"/>
          <ac:spMkLst>
            <pc:docMk/>
            <pc:sldMk cId="2254473754" sldId="263"/>
            <ac:spMk id="11" creationId="{F40F6CD9-BEBC-EE4F-7AE6-3546C197A682}"/>
          </ac:spMkLst>
        </pc:spChg>
        <pc:spChg chg="mod">
          <ac:chgData name="大西　英恋" userId="432ceeef-0685-43ed-a365-158815604cdd" providerId="ADAL" clId="{DB4409CF-041E-4BF6-A013-EF801357AB02}" dt="2026-06-09T14:42:30.204" v="7703" actId="1076"/>
          <ac:spMkLst>
            <pc:docMk/>
            <pc:sldMk cId="2254473754" sldId="263"/>
            <ac:spMk id="12" creationId="{9222B41F-F940-089E-03A5-1F0AE7359FF5}"/>
          </ac:spMkLst>
        </pc:spChg>
        <pc:spChg chg="mod">
          <ac:chgData name="大西　英恋" userId="432ceeef-0685-43ed-a365-158815604cdd" providerId="ADAL" clId="{DB4409CF-041E-4BF6-A013-EF801357AB02}" dt="2026-06-09T14:41:31.406" v="7695" actId="113"/>
          <ac:spMkLst>
            <pc:docMk/>
            <pc:sldMk cId="2254473754" sldId="263"/>
            <ac:spMk id="13" creationId="{2AEA7C57-142D-0339-D8A8-7A7C7018962F}"/>
          </ac:spMkLst>
        </pc:spChg>
        <pc:spChg chg="add mod">
          <ac:chgData name="大西　英恋" userId="432ceeef-0685-43ed-a365-158815604cdd" providerId="ADAL" clId="{DB4409CF-041E-4BF6-A013-EF801357AB02}" dt="2026-06-08T08:33:34.037" v="5580"/>
          <ac:spMkLst>
            <pc:docMk/>
            <pc:sldMk cId="2254473754" sldId="263"/>
            <ac:spMk id="14" creationId="{15052876-CC5F-F479-4298-08100E8383AF}"/>
          </ac:spMkLst>
        </pc:spChg>
        <pc:spChg chg="mod">
          <ac:chgData name="大西　英恋" userId="432ceeef-0685-43ed-a365-158815604cdd" providerId="ADAL" clId="{DB4409CF-041E-4BF6-A013-EF801357AB02}" dt="2026-06-09T14:47:07.371" v="7722" actId="1076"/>
          <ac:spMkLst>
            <pc:docMk/>
            <pc:sldMk cId="2254473754" sldId="263"/>
            <ac:spMk id="15" creationId="{5D1FEED1-2FD7-4E8A-B4CB-BD09C0A6755E}"/>
          </ac:spMkLst>
        </pc:spChg>
        <pc:spChg chg="add mod">
          <ac:chgData name="大西　英恋" userId="432ceeef-0685-43ed-a365-158815604cdd" providerId="ADAL" clId="{DB4409CF-041E-4BF6-A013-EF801357AB02}" dt="2026-06-09T14:42:03.431" v="7698" actId="113"/>
          <ac:spMkLst>
            <pc:docMk/>
            <pc:sldMk cId="2254473754" sldId="263"/>
            <ac:spMk id="16" creationId="{0D2959D3-FD95-B764-D7B8-4FEF5A26EAA7}"/>
          </ac:spMkLst>
        </pc:spChg>
        <pc:spChg chg="add mod">
          <ac:chgData name="大西　英恋" userId="432ceeef-0685-43ed-a365-158815604cdd" providerId="ADAL" clId="{DB4409CF-041E-4BF6-A013-EF801357AB02}" dt="2026-06-09T14:41:26.147" v="7694" actId="113"/>
          <ac:spMkLst>
            <pc:docMk/>
            <pc:sldMk cId="2254473754" sldId="263"/>
            <ac:spMk id="17" creationId="{3F743C0A-B5E3-8BC9-024B-360E9233A1E2}"/>
          </ac:spMkLst>
        </pc:spChg>
        <pc:spChg chg="add mod">
          <ac:chgData name="大西　英恋" userId="432ceeef-0685-43ed-a365-158815604cdd" providerId="ADAL" clId="{DB4409CF-041E-4BF6-A013-EF801357AB02}" dt="2026-06-09T14:42:18.490" v="7701" actId="113"/>
          <ac:spMkLst>
            <pc:docMk/>
            <pc:sldMk cId="2254473754" sldId="263"/>
            <ac:spMk id="18" creationId="{17449F01-BA5C-E66D-365E-886834DE7BC5}"/>
          </ac:spMkLst>
        </pc:spChg>
        <pc:picChg chg="add mod modCrop">
          <ac:chgData name="大西　英恋" userId="432ceeef-0685-43ed-a365-158815604cdd" providerId="ADAL" clId="{DB4409CF-041E-4BF6-A013-EF801357AB02}" dt="2026-06-09T14:45:59.243" v="7709" actId="1076"/>
          <ac:picMkLst>
            <pc:docMk/>
            <pc:sldMk cId="2254473754" sldId="263"/>
            <ac:picMk id="20" creationId="{E98EBB44-975A-1378-9264-FE7CA77E1101}"/>
          </ac:picMkLst>
        </pc:picChg>
        <pc:picChg chg="add mod">
          <ac:chgData name="大西　英恋" userId="432ceeef-0685-43ed-a365-158815604cdd" providerId="ADAL" clId="{DB4409CF-041E-4BF6-A013-EF801357AB02}" dt="2026-06-09T14:46:43.685" v="7720" actId="1076"/>
          <ac:picMkLst>
            <pc:docMk/>
            <pc:sldMk cId="2254473754" sldId="263"/>
            <ac:picMk id="22" creationId="{D4949A34-B84D-46CD-2FB4-E8BA2F2D5586}"/>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3E0F460-31C2-4A70-8B3A-490ED571A34F}" type="datetimeFigureOut">
              <a:rPr kumimoji="1" lang="ja-JP" altLang="en-US" smtClean="0"/>
              <a:t>2026/6/15</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DD6B5B1-95E7-45A1-BA61-0B754BD2756E}" type="slidenum">
              <a:rPr kumimoji="1" lang="ja-JP" altLang="en-US" smtClean="0"/>
              <a:t>‹#›</a:t>
            </a:fld>
            <a:endParaRPr kumimoji="1" lang="ja-JP" altLang="en-US"/>
          </a:p>
        </p:txBody>
      </p:sp>
    </p:spTree>
    <p:extLst>
      <p:ext uri="{BB962C8B-B14F-4D97-AF65-F5344CB8AC3E}">
        <p14:creationId xmlns:p14="http://schemas.microsoft.com/office/powerpoint/2010/main" val="4173846824"/>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私がご紹介する事業は神戸大学情報インフララインボットを基盤とた</a:t>
            </a:r>
          </a:p>
        </p:txBody>
      </p:sp>
      <p:sp>
        <p:nvSpPr>
          <p:cNvPr id="4" name="スライド番号プレースホルダー 3"/>
          <p:cNvSpPr>
            <a:spLocks noGrp="1"/>
          </p:cNvSpPr>
          <p:nvPr>
            <p:ph type="sldNum" sz="quarter" idx="5"/>
          </p:nvPr>
        </p:nvSpPr>
        <p:spPr/>
        <p:txBody>
          <a:bodyPr/>
          <a:lstStyle/>
          <a:p>
            <a:fld id="{ADD6B5B1-95E7-45A1-BA61-0B754BD2756E}" type="slidenum">
              <a:rPr kumimoji="1" lang="ja-JP" altLang="en-US" smtClean="0"/>
              <a:t>7</a:t>
            </a:fld>
            <a:endParaRPr kumimoji="1" lang="ja-JP" altLang="en-US"/>
          </a:p>
        </p:txBody>
      </p:sp>
    </p:spTree>
    <p:extLst>
      <p:ext uri="{BB962C8B-B14F-4D97-AF65-F5344CB8AC3E}">
        <p14:creationId xmlns:p14="http://schemas.microsoft.com/office/powerpoint/2010/main" val="389615020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8E01AE3-4C44-4F07-E270-4FB30C36EF03}"/>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06687DD4-778D-BE5C-A770-C922DCFE283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68C6C600-5C88-26BD-B379-AA27BBA57C26}"/>
              </a:ext>
            </a:extLst>
          </p:cNvPr>
          <p:cNvSpPr>
            <a:spLocks noGrp="1"/>
          </p:cNvSpPr>
          <p:nvPr>
            <p:ph type="dt" sz="half" idx="10"/>
          </p:nvPr>
        </p:nvSpPr>
        <p:spPr/>
        <p:txBody>
          <a:bodyPr/>
          <a:lstStyle/>
          <a:p>
            <a:fld id="{CE614B9E-0628-4902-89B0-C25BA942479A}" type="datetimeFigureOut">
              <a:rPr kumimoji="1" lang="ja-JP" altLang="en-US" smtClean="0"/>
              <a:t>2026/6/15</a:t>
            </a:fld>
            <a:endParaRPr kumimoji="1" lang="ja-JP" altLang="en-US"/>
          </a:p>
        </p:txBody>
      </p:sp>
      <p:sp>
        <p:nvSpPr>
          <p:cNvPr id="5" name="フッター プレースホルダー 4">
            <a:extLst>
              <a:ext uri="{FF2B5EF4-FFF2-40B4-BE49-F238E27FC236}">
                <a16:creationId xmlns:a16="http://schemas.microsoft.com/office/drawing/2014/main" id="{398CDA94-1AB9-A43B-3F71-7C48C9731A2B}"/>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99E594F1-458D-A080-A6B2-CDB5F9DC7BA6}"/>
              </a:ext>
            </a:extLst>
          </p:cNvPr>
          <p:cNvSpPr>
            <a:spLocks noGrp="1"/>
          </p:cNvSpPr>
          <p:nvPr>
            <p:ph type="sldNum" sz="quarter" idx="12"/>
          </p:nvPr>
        </p:nvSpPr>
        <p:spPr/>
        <p:txBody>
          <a:bodyPr/>
          <a:lstStyle/>
          <a:p>
            <a:fld id="{C125E54C-81FC-4267-9F12-2BCD5C2AB0F4}" type="slidenum">
              <a:rPr kumimoji="1" lang="ja-JP" altLang="en-US" smtClean="0"/>
              <a:t>‹#›</a:t>
            </a:fld>
            <a:endParaRPr kumimoji="1" lang="ja-JP" altLang="en-US"/>
          </a:p>
        </p:txBody>
      </p:sp>
    </p:spTree>
    <p:extLst>
      <p:ext uri="{BB962C8B-B14F-4D97-AF65-F5344CB8AC3E}">
        <p14:creationId xmlns:p14="http://schemas.microsoft.com/office/powerpoint/2010/main" val="40177331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6028BDA-FDEB-17CA-CEC3-510BEACFD25F}"/>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D18B6440-FB7B-4C45-02EC-0BCBA31C986F}"/>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E6D4D539-2B82-4BC7-FADC-6CB8D127067E}"/>
              </a:ext>
            </a:extLst>
          </p:cNvPr>
          <p:cNvSpPr>
            <a:spLocks noGrp="1"/>
          </p:cNvSpPr>
          <p:nvPr>
            <p:ph type="dt" sz="half" idx="10"/>
          </p:nvPr>
        </p:nvSpPr>
        <p:spPr/>
        <p:txBody>
          <a:bodyPr/>
          <a:lstStyle/>
          <a:p>
            <a:fld id="{CE614B9E-0628-4902-89B0-C25BA942479A}" type="datetimeFigureOut">
              <a:rPr kumimoji="1" lang="ja-JP" altLang="en-US" smtClean="0"/>
              <a:t>2026/6/15</a:t>
            </a:fld>
            <a:endParaRPr kumimoji="1" lang="ja-JP" altLang="en-US"/>
          </a:p>
        </p:txBody>
      </p:sp>
      <p:sp>
        <p:nvSpPr>
          <p:cNvPr id="5" name="フッター プレースホルダー 4">
            <a:extLst>
              <a:ext uri="{FF2B5EF4-FFF2-40B4-BE49-F238E27FC236}">
                <a16:creationId xmlns:a16="http://schemas.microsoft.com/office/drawing/2014/main" id="{373E318A-2C56-CF96-BAA4-9BF68742237C}"/>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84B76FB5-4B24-2789-7E1E-D22AADEB1EB0}"/>
              </a:ext>
            </a:extLst>
          </p:cNvPr>
          <p:cNvSpPr>
            <a:spLocks noGrp="1"/>
          </p:cNvSpPr>
          <p:nvPr>
            <p:ph type="sldNum" sz="quarter" idx="12"/>
          </p:nvPr>
        </p:nvSpPr>
        <p:spPr/>
        <p:txBody>
          <a:bodyPr/>
          <a:lstStyle/>
          <a:p>
            <a:fld id="{C125E54C-81FC-4267-9F12-2BCD5C2AB0F4}" type="slidenum">
              <a:rPr kumimoji="1" lang="ja-JP" altLang="en-US" smtClean="0"/>
              <a:t>‹#›</a:t>
            </a:fld>
            <a:endParaRPr kumimoji="1" lang="ja-JP" altLang="en-US"/>
          </a:p>
        </p:txBody>
      </p:sp>
    </p:spTree>
    <p:extLst>
      <p:ext uri="{BB962C8B-B14F-4D97-AF65-F5344CB8AC3E}">
        <p14:creationId xmlns:p14="http://schemas.microsoft.com/office/powerpoint/2010/main" val="4232123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F5E5387-95F5-13C5-23BC-C25BCA18D0FD}"/>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BFA114D3-F4B9-BAB1-0EE4-B2F299C358B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B8000A90-E068-33DF-619F-43453CA64690}"/>
              </a:ext>
            </a:extLst>
          </p:cNvPr>
          <p:cNvSpPr>
            <a:spLocks noGrp="1"/>
          </p:cNvSpPr>
          <p:nvPr>
            <p:ph type="dt" sz="half" idx="10"/>
          </p:nvPr>
        </p:nvSpPr>
        <p:spPr/>
        <p:txBody>
          <a:bodyPr/>
          <a:lstStyle/>
          <a:p>
            <a:fld id="{CE614B9E-0628-4902-89B0-C25BA942479A}" type="datetimeFigureOut">
              <a:rPr kumimoji="1" lang="ja-JP" altLang="en-US" smtClean="0"/>
              <a:t>2026/6/15</a:t>
            </a:fld>
            <a:endParaRPr kumimoji="1" lang="ja-JP" altLang="en-US"/>
          </a:p>
        </p:txBody>
      </p:sp>
      <p:sp>
        <p:nvSpPr>
          <p:cNvPr id="5" name="フッター プレースホルダー 4">
            <a:extLst>
              <a:ext uri="{FF2B5EF4-FFF2-40B4-BE49-F238E27FC236}">
                <a16:creationId xmlns:a16="http://schemas.microsoft.com/office/drawing/2014/main" id="{0A527957-483F-C590-BC66-DD2BA8067614}"/>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937A501C-F078-604A-721F-FDD951FBCBF9}"/>
              </a:ext>
            </a:extLst>
          </p:cNvPr>
          <p:cNvSpPr>
            <a:spLocks noGrp="1"/>
          </p:cNvSpPr>
          <p:nvPr>
            <p:ph type="sldNum" sz="quarter" idx="12"/>
          </p:nvPr>
        </p:nvSpPr>
        <p:spPr/>
        <p:txBody>
          <a:bodyPr/>
          <a:lstStyle/>
          <a:p>
            <a:fld id="{C125E54C-81FC-4267-9F12-2BCD5C2AB0F4}" type="slidenum">
              <a:rPr kumimoji="1" lang="ja-JP" altLang="en-US" smtClean="0"/>
              <a:t>‹#›</a:t>
            </a:fld>
            <a:endParaRPr kumimoji="1" lang="ja-JP" altLang="en-US"/>
          </a:p>
        </p:txBody>
      </p:sp>
    </p:spTree>
    <p:extLst>
      <p:ext uri="{BB962C8B-B14F-4D97-AF65-F5344CB8AC3E}">
        <p14:creationId xmlns:p14="http://schemas.microsoft.com/office/powerpoint/2010/main" val="19536892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CC0DD8E-CF30-650A-E89D-9077DAF69C63}"/>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2904BD52-84B7-5C46-AC6A-54A9F1EF87AF}"/>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1D1F9529-39F6-80B6-5B8A-2E385EC1C39B}"/>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3958C203-D941-0949-6995-D1E298ED1ED8}"/>
              </a:ext>
            </a:extLst>
          </p:cNvPr>
          <p:cNvSpPr>
            <a:spLocks noGrp="1"/>
          </p:cNvSpPr>
          <p:nvPr>
            <p:ph type="dt" sz="half" idx="10"/>
          </p:nvPr>
        </p:nvSpPr>
        <p:spPr/>
        <p:txBody>
          <a:bodyPr/>
          <a:lstStyle/>
          <a:p>
            <a:fld id="{CE614B9E-0628-4902-89B0-C25BA942479A}" type="datetimeFigureOut">
              <a:rPr kumimoji="1" lang="ja-JP" altLang="en-US" smtClean="0"/>
              <a:t>2026/6/15</a:t>
            </a:fld>
            <a:endParaRPr kumimoji="1" lang="ja-JP" altLang="en-US"/>
          </a:p>
        </p:txBody>
      </p:sp>
      <p:sp>
        <p:nvSpPr>
          <p:cNvPr id="6" name="フッター プレースホルダー 5">
            <a:extLst>
              <a:ext uri="{FF2B5EF4-FFF2-40B4-BE49-F238E27FC236}">
                <a16:creationId xmlns:a16="http://schemas.microsoft.com/office/drawing/2014/main" id="{332509D9-4576-DDA5-B021-7DF9EC43C89C}"/>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376B753F-91E7-BBF8-A089-88E5C86CBF89}"/>
              </a:ext>
            </a:extLst>
          </p:cNvPr>
          <p:cNvSpPr>
            <a:spLocks noGrp="1"/>
          </p:cNvSpPr>
          <p:nvPr>
            <p:ph type="sldNum" sz="quarter" idx="12"/>
          </p:nvPr>
        </p:nvSpPr>
        <p:spPr/>
        <p:txBody>
          <a:bodyPr/>
          <a:lstStyle/>
          <a:p>
            <a:fld id="{C125E54C-81FC-4267-9F12-2BCD5C2AB0F4}" type="slidenum">
              <a:rPr kumimoji="1" lang="ja-JP" altLang="en-US" smtClean="0"/>
              <a:t>‹#›</a:t>
            </a:fld>
            <a:endParaRPr kumimoji="1" lang="ja-JP" altLang="en-US"/>
          </a:p>
        </p:txBody>
      </p:sp>
    </p:spTree>
    <p:extLst>
      <p:ext uri="{BB962C8B-B14F-4D97-AF65-F5344CB8AC3E}">
        <p14:creationId xmlns:p14="http://schemas.microsoft.com/office/powerpoint/2010/main" val="19163089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F3C035E-89C3-5B0B-97CE-7BD2EE4245CB}"/>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1A6868F4-1DC8-6D61-7E75-2C42B91DD7D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A613F2F5-448B-945C-6D12-70369167E4D5}"/>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18137983-0B52-09DE-4243-27F26D3B163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D194DFDB-46B7-CD35-FACF-780A1D0712D7}"/>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49F6DC15-64DB-6C89-C3BD-AC558E7E9CB4}"/>
              </a:ext>
            </a:extLst>
          </p:cNvPr>
          <p:cNvSpPr>
            <a:spLocks noGrp="1"/>
          </p:cNvSpPr>
          <p:nvPr>
            <p:ph type="dt" sz="half" idx="10"/>
          </p:nvPr>
        </p:nvSpPr>
        <p:spPr/>
        <p:txBody>
          <a:bodyPr/>
          <a:lstStyle/>
          <a:p>
            <a:fld id="{CE614B9E-0628-4902-89B0-C25BA942479A}" type="datetimeFigureOut">
              <a:rPr kumimoji="1" lang="ja-JP" altLang="en-US" smtClean="0"/>
              <a:t>2026/6/15</a:t>
            </a:fld>
            <a:endParaRPr kumimoji="1" lang="ja-JP" altLang="en-US"/>
          </a:p>
        </p:txBody>
      </p:sp>
      <p:sp>
        <p:nvSpPr>
          <p:cNvPr id="8" name="フッター プレースホルダー 7">
            <a:extLst>
              <a:ext uri="{FF2B5EF4-FFF2-40B4-BE49-F238E27FC236}">
                <a16:creationId xmlns:a16="http://schemas.microsoft.com/office/drawing/2014/main" id="{CC34564A-27F3-5CD1-39E4-76A921EA31C8}"/>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C9663CEA-EFD3-9F4B-0572-390F3865D709}"/>
              </a:ext>
            </a:extLst>
          </p:cNvPr>
          <p:cNvSpPr>
            <a:spLocks noGrp="1"/>
          </p:cNvSpPr>
          <p:nvPr>
            <p:ph type="sldNum" sz="quarter" idx="12"/>
          </p:nvPr>
        </p:nvSpPr>
        <p:spPr/>
        <p:txBody>
          <a:bodyPr/>
          <a:lstStyle/>
          <a:p>
            <a:fld id="{C125E54C-81FC-4267-9F12-2BCD5C2AB0F4}" type="slidenum">
              <a:rPr kumimoji="1" lang="ja-JP" altLang="en-US" smtClean="0"/>
              <a:t>‹#›</a:t>
            </a:fld>
            <a:endParaRPr kumimoji="1" lang="ja-JP" altLang="en-US"/>
          </a:p>
        </p:txBody>
      </p:sp>
    </p:spTree>
    <p:extLst>
      <p:ext uri="{BB962C8B-B14F-4D97-AF65-F5344CB8AC3E}">
        <p14:creationId xmlns:p14="http://schemas.microsoft.com/office/powerpoint/2010/main" val="18693558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3CC0FF7-6278-C51B-DA6C-E9B1577DE223}"/>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1D77E995-C235-4BB4-1D26-5394870318AE}"/>
              </a:ext>
            </a:extLst>
          </p:cNvPr>
          <p:cNvSpPr>
            <a:spLocks noGrp="1"/>
          </p:cNvSpPr>
          <p:nvPr>
            <p:ph type="dt" sz="half" idx="10"/>
          </p:nvPr>
        </p:nvSpPr>
        <p:spPr/>
        <p:txBody>
          <a:bodyPr/>
          <a:lstStyle/>
          <a:p>
            <a:fld id="{CE614B9E-0628-4902-89B0-C25BA942479A}" type="datetimeFigureOut">
              <a:rPr kumimoji="1" lang="ja-JP" altLang="en-US" smtClean="0"/>
              <a:t>2026/6/15</a:t>
            </a:fld>
            <a:endParaRPr kumimoji="1" lang="ja-JP" altLang="en-US"/>
          </a:p>
        </p:txBody>
      </p:sp>
      <p:sp>
        <p:nvSpPr>
          <p:cNvPr id="4" name="フッター プレースホルダー 3">
            <a:extLst>
              <a:ext uri="{FF2B5EF4-FFF2-40B4-BE49-F238E27FC236}">
                <a16:creationId xmlns:a16="http://schemas.microsoft.com/office/drawing/2014/main" id="{22862FEA-03DD-4BC6-13E3-8FD3303E84B7}"/>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9A4EB5DD-88EA-1253-96D2-FA1C5F24ECF3}"/>
              </a:ext>
            </a:extLst>
          </p:cNvPr>
          <p:cNvSpPr>
            <a:spLocks noGrp="1"/>
          </p:cNvSpPr>
          <p:nvPr>
            <p:ph type="sldNum" sz="quarter" idx="12"/>
          </p:nvPr>
        </p:nvSpPr>
        <p:spPr/>
        <p:txBody>
          <a:bodyPr/>
          <a:lstStyle/>
          <a:p>
            <a:fld id="{C125E54C-81FC-4267-9F12-2BCD5C2AB0F4}" type="slidenum">
              <a:rPr kumimoji="1" lang="ja-JP" altLang="en-US" smtClean="0"/>
              <a:t>‹#›</a:t>
            </a:fld>
            <a:endParaRPr kumimoji="1" lang="ja-JP" altLang="en-US"/>
          </a:p>
        </p:txBody>
      </p:sp>
    </p:spTree>
    <p:extLst>
      <p:ext uri="{BB962C8B-B14F-4D97-AF65-F5344CB8AC3E}">
        <p14:creationId xmlns:p14="http://schemas.microsoft.com/office/powerpoint/2010/main" val="4082352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42B7575F-7724-9DAD-332C-E3F04BBB8814}"/>
              </a:ext>
            </a:extLst>
          </p:cNvPr>
          <p:cNvSpPr>
            <a:spLocks noGrp="1"/>
          </p:cNvSpPr>
          <p:nvPr>
            <p:ph type="dt" sz="half" idx="10"/>
          </p:nvPr>
        </p:nvSpPr>
        <p:spPr/>
        <p:txBody>
          <a:bodyPr/>
          <a:lstStyle/>
          <a:p>
            <a:fld id="{CE614B9E-0628-4902-89B0-C25BA942479A}" type="datetimeFigureOut">
              <a:rPr kumimoji="1" lang="ja-JP" altLang="en-US" smtClean="0"/>
              <a:t>2026/6/15</a:t>
            </a:fld>
            <a:endParaRPr kumimoji="1" lang="ja-JP" altLang="en-US"/>
          </a:p>
        </p:txBody>
      </p:sp>
      <p:sp>
        <p:nvSpPr>
          <p:cNvPr id="3" name="フッター プレースホルダー 2">
            <a:extLst>
              <a:ext uri="{FF2B5EF4-FFF2-40B4-BE49-F238E27FC236}">
                <a16:creationId xmlns:a16="http://schemas.microsoft.com/office/drawing/2014/main" id="{CCF82A7B-14A3-9817-3767-053003DE0752}"/>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5D6C11AC-CC1B-97EB-8E58-62B43E96835E}"/>
              </a:ext>
            </a:extLst>
          </p:cNvPr>
          <p:cNvSpPr>
            <a:spLocks noGrp="1"/>
          </p:cNvSpPr>
          <p:nvPr>
            <p:ph type="sldNum" sz="quarter" idx="12"/>
          </p:nvPr>
        </p:nvSpPr>
        <p:spPr/>
        <p:txBody>
          <a:bodyPr/>
          <a:lstStyle/>
          <a:p>
            <a:fld id="{C125E54C-81FC-4267-9F12-2BCD5C2AB0F4}" type="slidenum">
              <a:rPr kumimoji="1" lang="ja-JP" altLang="en-US" smtClean="0"/>
              <a:t>‹#›</a:t>
            </a:fld>
            <a:endParaRPr kumimoji="1" lang="ja-JP" altLang="en-US"/>
          </a:p>
        </p:txBody>
      </p:sp>
    </p:spTree>
    <p:extLst>
      <p:ext uri="{BB962C8B-B14F-4D97-AF65-F5344CB8AC3E}">
        <p14:creationId xmlns:p14="http://schemas.microsoft.com/office/powerpoint/2010/main" val="12051895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95AB0E6-ACE2-A280-70ED-232D33FADD5E}"/>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9A2D19BE-A071-2D15-2CE0-541EF081C66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92B041AA-3C14-DE8D-A924-D158EF9C03B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946EC710-E3F0-456F-A0DC-D5B4B54DCA8B}"/>
              </a:ext>
            </a:extLst>
          </p:cNvPr>
          <p:cNvSpPr>
            <a:spLocks noGrp="1"/>
          </p:cNvSpPr>
          <p:nvPr>
            <p:ph type="dt" sz="half" idx="10"/>
          </p:nvPr>
        </p:nvSpPr>
        <p:spPr/>
        <p:txBody>
          <a:bodyPr/>
          <a:lstStyle/>
          <a:p>
            <a:fld id="{CE614B9E-0628-4902-89B0-C25BA942479A}" type="datetimeFigureOut">
              <a:rPr kumimoji="1" lang="ja-JP" altLang="en-US" smtClean="0"/>
              <a:t>2026/6/15</a:t>
            </a:fld>
            <a:endParaRPr kumimoji="1" lang="ja-JP" altLang="en-US"/>
          </a:p>
        </p:txBody>
      </p:sp>
      <p:sp>
        <p:nvSpPr>
          <p:cNvPr id="6" name="フッター プレースホルダー 5">
            <a:extLst>
              <a:ext uri="{FF2B5EF4-FFF2-40B4-BE49-F238E27FC236}">
                <a16:creationId xmlns:a16="http://schemas.microsoft.com/office/drawing/2014/main" id="{4192B674-602D-E3AF-354E-0E145290CD18}"/>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701BF317-2AC6-4512-5A96-F561DE12049E}"/>
              </a:ext>
            </a:extLst>
          </p:cNvPr>
          <p:cNvSpPr>
            <a:spLocks noGrp="1"/>
          </p:cNvSpPr>
          <p:nvPr>
            <p:ph type="sldNum" sz="quarter" idx="12"/>
          </p:nvPr>
        </p:nvSpPr>
        <p:spPr/>
        <p:txBody>
          <a:bodyPr/>
          <a:lstStyle/>
          <a:p>
            <a:fld id="{C125E54C-81FC-4267-9F12-2BCD5C2AB0F4}" type="slidenum">
              <a:rPr kumimoji="1" lang="ja-JP" altLang="en-US" smtClean="0"/>
              <a:t>‹#›</a:t>
            </a:fld>
            <a:endParaRPr kumimoji="1" lang="ja-JP" altLang="en-US"/>
          </a:p>
        </p:txBody>
      </p:sp>
    </p:spTree>
    <p:extLst>
      <p:ext uri="{BB962C8B-B14F-4D97-AF65-F5344CB8AC3E}">
        <p14:creationId xmlns:p14="http://schemas.microsoft.com/office/powerpoint/2010/main" val="4407836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34DC6A8-203E-BBCE-E3A9-D85DB83B8BD7}"/>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06B20EA5-C6A4-D5CF-D6A7-7C3A40538B9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97499E23-ED17-F6E7-A964-D8AB28EA23B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1514B0CF-B2A1-4729-95B7-8A3082900B4F}"/>
              </a:ext>
            </a:extLst>
          </p:cNvPr>
          <p:cNvSpPr>
            <a:spLocks noGrp="1"/>
          </p:cNvSpPr>
          <p:nvPr>
            <p:ph type="dt" sz="half" idx="10"/>
          </p:nvPr>
        </p:nvSpPr>
        <p:spPr/>
        <p:txBody>
          <a:bodyPr/>
          <a:lstStyle/>
          <a:p>
            <a:fld id="{CE614B9E-0628-4902-89B0-C25BA942479A}" type="datetimeFigureOut">
              <a:rPr kumimoji="1" lang="ja-JP" altLang="en-US" smtClean="0"/>
              <a:t>2026/6/15</a:t>
            </a:fld>
            <a:endParaRPr kumimoji="1" lang="ja-JP" altLang="en-US"/>
          </a:p>
        </p:txBody>
      </p:sp>
      <p:sp>
        <p:nvSpPr>
          <p:cNvPr id="6" name="フッター プレースホルダー 5">
            <a:extLst>
              <a:ext uri="{FF2B5EF4-FFF2-40B4-BE49-F238E27FC236}">
                <a16:creationId xmlns:a16="http://schemas.microsoft.com/office/drawing/2014/main" id="{930A5502-487B-92EE-BEB5-29B4E6BB7D29}"/>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82B44FA6-3515-4B2A-CD4C-BC0C5DE40ED1}"/>
              </a:ext>
            </a:extLst>
          </p:cNvPr>
          <p:cNvSpPr>
            <a:spLocks noGrp="1"/>
          </p:cNvSpPr>
          <p:nvPr>
            <p:ph type="sldNum" sz="quarter" idx="12"/>
          </p:nvPr>
        </p:nvSpPr>
        <p:spPr/>
        <p:txBody>
          <a:bodyPr/>
          <a:lstStyle/>
          <a:p>
            <a:fld id="{C125E54C-81FC-4267-9F12-2BCD5C2AB0F4}" type="slidenum">
              <a:rPr kumimoji="1" lang="ja-JP" altLang="en-US" smtClean="0"/>
              <a:t>‹#›</a:t>
            </a:fld>
            <a:endParaRPr kumimoji="1" lang="ja-JP" altLang="en-US"/>
          </a:p>
        </p:txBody>
      </p:sp>
    </p:spTree>
    <p:extLst>
      <p:ext uri="{BB962C8B-B14F-4D97-AF65-F5344CB8AC3E}">
        <p14:creationId xmlns:p14="http://schemas.microsoft.com/office/powerpoint/2010/main" val="32614115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BD54351-969B-47B2-5F3B-643B674BA657}"/>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D4AA5C36-1F4C-FDE1-06CF-32D2FEDEE34A}"/>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323CF957-078F-0FBE-64E6-F83DCC969AFA}"/>
              </a:ext>
            </a:extLst>
          </p:cNvPr>
          <p:cNvSpPr>
            <a:spLocks noGrp="1"/>
          </p:cNvSpPr>
          <p:nvPr>
            <p:ph type="dt" sz="half" idx="10"/>
          </p:nvPr>
        </p:nvSpPr>
        <p:spPr/>
        <p:txBody>
          <a:bodyPr/>
          <a:lstStyle/>
          <a:p>
            <a:fld id="{CE614B9E-0628-4902-89B0-C25BA942479A}" type="datetimeFigureOut">
              <a:rPr kumimoji="1" lang="ja-JP" altLang="en-US" smtClean="0"/>
              <a:t>2026/6/15</a:t>
            </a:fld>
            <a:endParaRPr kumimoji="1" lang="ja-JP" altLang="en-US"/>
          </a:p>
        </p:txBody>
      </p:sp>
      <p:sp>
        <p:nvSpPr>
          <p:cNvPr id="5" name="フッター プレースホルダー 4">
            <a:extLst>
              <a:ext uri="{FF2B5EF4-FFF2-40B4-BE49-F238E27FC236}">
                <a16:creationId xmlns:a16="http://schemas.microsoft.com/office/drawing/2014/main" id="{6058578E-5143-1805-BBBE-84FC0A2A809C}"/>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5F24F129-F717-168E-58A8-9AC587A03ACA}"/>
              </a:ext>
            </a:extLst>
          </p:cNvPr>
          <p:cNvSpPr>
            <a:spLocks noGrp="1"/>
          </p:cNvSpPr>
          <p:nvPr>
            <p:ph type="sldNum" sz="quarter" idx="12"/>
          </p:nvPr>
        </p:nvSpPr>
        <p:spPr/>
        <p:txBody>
          <a:bodyPr/>
          <a:lstStyle/>
          <a:p>
            <a:fld id="{C125E54C-81FC-4267-9F12-2BCD5C2AB0F4}" type="slidenum">
              <a:rPr kumimoji="1" lang="ja-JP" altLang="en-US" smtClean="0"/>
              <a:t>‹#›</a:t>
            </a:fld>
            <a:endParaRPr kumimoji="1" lang="ja-JP" altLang="en-US"/>
          </a:p>
        </p:txBody>
      </p:sp>
    </p:spTree>
    <p:extLst>
      <p:ext uri="{BB962C8B-B14F-4D97-AF65-F5344CB8AC3E}">
        <p14:creationId xmlns:p14="http://schemas.microsoft.com/office/powerpoint/2010/main" val="35389399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EA834F94-E844-E0E6-4458-C5E75810C854}"/>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82DE7962-530A-52F8-8832-C274D946AA03}"/>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4678F82E-9106-CDE2-A81E-00A7060F6801}"/>
              </a:ext>
            </a:extLst>
          </p:cNvPr>
          <p:cNvSpPr>
            <a:spLocks noGrp="1"/>
          </p:cNvSpPr>
          <p:nvPr>
            <p:ph type="dt" sz="half" idx="10"/>
          </p:nvPr>
        </p:nvSpPr>
        <p:spPr/>
        <p:txBody>
          <a:bodyPr/>
          <a:lstStyle/>
          <a:p>
            <a:fld id="{CE614B9E-0628-4902-89B0-C25BA942479A}" type="datetimeFigureOut">
              <a:rPr kumimoji="1" lang="ja-JP" altLang="en-US" smtClean="0"/>
              <a:t>2026/6/15</a:t>
            </a:fld>
            <a:endParaRPr kumimoji="1" lang="ja-JP" altLang="en-US"/>
          </a:p>
        </p:txBody>
      </p:sp>
      <p:sp>
        <p:nvSpPr>
          <p:cNvPr id="5" name="フッター プレースホルダー 4">
            <a:extLst>
              <a:ext uri="{FF2B5EF4-FFF2-40B4-BE49-F238E27FC236}">
                <a16:creationId xmlns:a16="http://schemas.microsoft.com/office/drawing/2014/main" id="{BE959233-3BEF-E692-F3C9-514C47048133}"/>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21462EE0-2B9D-1D10-23BA-8FEFA96BECE8}"/>
              </a:ext>
            </a:extLst>
          </p:cNvPr>
          <p:cNvSpPr>
            <a:spLocks noGrp="1"/>
          </p:cNvSpPr>
          <p:nvPr>
            <p:ph type="sldNum" sz="quarter" idx="12"/>
          </p:nvPr>
        </p:nvSpPr>
        <p:spPr/>
        <p:txBody>
          <a:bodyPr/>
          <a:lstStyle/>
          <a:p>
            <a:fld id="{C125E54C-81FC-4267-9F12-2BCD5C2AB0F4}" type="slidenum">
              <a:rPr kumimoji="1" lang="ja-JP" altLang="en-US" smtClean="0"/>
              <a:t>‹#›</a:t>
            </a:fld>
            <a:endParaRPr kumimoji="1" lang="ja-JP" altLang="en-US"/>
          </a:p>
        </p:txBody>
      </p:sp>
    </p:spTree>
    <p:extLst>
      <p:ext uri="{BB962C8B-B14F-4D97-AF65-F5344CB8AC3E}">
        <p14:creationId xmlns:p14="http://schemas.microsoft.com/office/powerpoint/2010/main" val="41773839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F8A02F88-0DCD-1899-0891-43948F90AF2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7421216F-ECA6-9399-459A-EDEC2D64972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44360094-03D9-3637-A204-3D6D474D359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E614B9E-0628-4902-89B0-C25BA942479A}" type="datetimeFigureOut">
              <a:rPr kumimoji="1" lang="ja-JP" altLang="en-US" smtClean="0"/>
              <a:t>2026/6/15</a:t>
            </a:fld>
            <a:endParaRPr kumimoji="1" lang="ja-JP" altLang="en-US"/>
          </a:p>
        </p:txBody>
      </p:sp>
      <p:sp>
        <p:nvSpPr>
          <p:cNvPr id="5" name="フッター プレースホルダー 4">
            <a:extLst>
              <a:ext uri="{FF2B5EF4-FFF2-40B4-BE49-F238E27FC236}">
                <a16:creationId xmlns:a16="http://schemas.microsoft.com/office/drawing/2014/main" id="{7F63F90B-C234-57E6-D275-9E2DDAF2EB0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68B9D304-7AF1-A8F1-4CD4-7E9C88E46CD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25E54C-81FC-4267-9F12-2BCD5C2AB0F4}" type="slidenum">
              <a:rPr kumimoji="1" lang="ja-JP" altLang="en-US" smtClean="0"/>
              <a:t>‹#›</a:t>
            </a:fld>
            <a:endParaRPr kumimoji="1" lang="ja-JP" altLang="en-US"/>
          </a:p>
        </p:txBody>
      </p:sp>
    </p:spTree>
    <p:extLst>
      <p:ext uri="{BB962C8B-B14F-4D97-AF65-F5344CB8AC3E}">
        <p14:creationId xmlns:p14="http://schemas.microsoft.com/office/powerpoint/2010/main" val="25320527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7994ABD-8F60-14A8-D1FE-29DC73E5FCD3}"/>
              </a:ext>
            </a:extLst>
          </p:cNvPr>
          <p:cNvSpPr>
            <a:spLocks noGrp="1"/>
          </p:cNvSpPr>
          <p:nvPr>
            <p:ph type="title"/>
          </p:nvPr>
        </p:nvSpPr>
        <p:spPr/>
        <p:txBody>
          <a:bodyPr/>
          <a:lstStyle/>
          <a:p>
            <a:r>
              <a:rPr kumimoji="1" lang="ja-JP" altLang="en-US" b="1" dirty="0"/>
              <a:t>神大ライフハック</a:t>
            </a:r>
            <a:r>
              <a:rPr lang="en-US" altLang="ja-JP" b="1" dirty="0"/>
              <a:t>(line bot)</a:t>
            </a:r>
            <a:endParaRPr kumimoji="1" lang="ja-JP" altLang="en-US" b="1" dirty="0"/>
          </a:p>
        </p:txBody>
      </p:sp>
      <p:sp>
        <p:nvSpPr>
          <p:cNvPr id="3" name="コンテンツ プレースホルダー 2">
            <a:extLst>
              <a:ext uri="{FF2B5EF4-FFF2-40B4-BE49-F238E27FC236}">
                <a16:creationId xmlns:a16="http://schemas.microsoft.com/office/drawing/2014/main" id="{A3A391FD-582F-92F7-CD2D-A92D7D329CD9}"/>
              </a:ext>
            </a:extLst>
          </p:cNvPr>
          <p:cNvSpPr>
            <a:spLocks noGrp="1"/>
          </p:cNvSpPr>
          <p:nvPr>
            <p:ph idx="1"/>
          </p:nvPr>
        </p:nvSpPr>
        <p:spPr>
          <a:xfrm>
            <a:off x="838199" y="1825625"/>
            <a:ext cx="4984283" cy="4351338"/>
          </a:xfrm>
        </p:spPr>
        <p:txBody>
          <a:bodyPr>
            <a:normAutofit/>
          </a:bodyPr>
          <a:lstStyle/>
          <a:p>
            <a:endParaRPr lang="en-US" altLang="ja-JP" dirty="0"/>
          </a:p>
          <a:p>
            <a:pPr marL="0" indent="0">
              <a:buNone/>
            </a:pPr>
            <a:r>
              <a:rPr lang="ja-JP" altLang="en-US" b="1" dirty="0"/>
              <a:t>顧客</a:t>
            </a:r>
            <a:endParaRPr lang="en-US" altLang="ja-JP" b="1" dirty="0"/>
          </a:p>
          <a:p>
            <a:pPr marL="0" indent="0">
              <a:buNone/>
            </a:pPr>
            <a:r>
              <a:rPr lang="ja-JP" altLang="en-US" dirty="0"/>
              <a:t>・神戸大学生</a:t>
            </a:r>
            <a:endParaRPr lang="en-US" altLang="ja-JP" b="1" dirty="0"/>
          </a:p>
          <a:p>
            <a:pPr marL="0" indent="0">
              <a:buNone/>
            </a:pPr>
            <a:endParaRPr lang="en-US" altLang="ja-JP" b="1" dirty="0"/>
          </a:p>
          <a:p>
            <a:pPr marL="0" indent="0">
              <a:buNone/>
            </a:pPr>
            <a:r>
              <a:rPr lang="ja-JP" altLang="en-US" b="1" dirty="0"/>
              <a:t>サービス</a:t>
            </a:r>
            <a:endParaRPr kumimoji="1" lang="en-US" altLang="ja-JP" b="1" dirty="0"/>
          </a:p>
          <a:p>
            <a:r>
              <a:rPr lang="ja-JP" altLang="en-US" dirty="0"/>
              <a:t>神大の情報インフラ</a:t>
            </a:r>
            <a:r>
              <a:rPr lang="en-US" altLang="ja-JP" dirty="0"/>
              <a:t>(</a:t>
            </a:r>
            <a:r>
              <a:rPr lang="ja-JP" altLang="en-US" dirty="0"/>
              <a:t>特に授業の情報</a:t>
            </a:r>
            <a:r>
              <a:rPr lang="en-US" altLang="ja-JP" dirty="0"/>
              <a:t>)</a:t>
            </a:r>
          </a:p>
          <a:p>
            <a:pPr marL="0" indent="0">
              <a:buNone/>
            </a:pPr>
            <a:endParaRPr lang="en-US" altLang="ja-JP" dirty="0"/>
          </a:p>
          <a:p>
            <a:endParaRPr kumimoji="1" lang="en-US" altLang="ja-JP" dirty="0"/>
          </a:p>
          <a:p>
            <a:endParaRPr kumimoji="1" lang="ja-JP" altLang="en-US" dirty="0"/>
          </a:p>
        </p:txBody>
      </p:sp>
      <p:sp>
        <p:nvSpPr>
          <p:cNvPr id="4" name="コンテンツ プレースホルダー 2">
            <a:extLst>
              <a:ext uri="{FF2B5EF4-FFF2-40B4-BE49-F238E27FC236}">
                <a16:creationId xmlns:a16="http://schemas.microsoft.com/office/drawing/2014/main" id="{9ED585F8-B9DB-0FF0-72A5-991D6C79AB99}"/>
              </a:ext>
            </a:extLst>
          </p:cNvPr>
          <p:cNvSpPr txBox="1">
            <a:spLocks/>
          </p:cNvSpPr>
          <p:nvPr/>
        </p:nvSpPr>
        <p:spPr>
          <a:xfrm>
            <a:off x="5822482" y="1825625"/>
            <a:ext cx="4580823" cy="4351338"/>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Font typeface="Arial" panose="020B0604020202020204" pitchFamily="34" charset="0"/>
              <a:buNone/>
            </a:pPr>
            <a:r>
              <a:rPr lang="ja-JP" altLang="en-US" b="1" dirty="0"/>
              <a:t>現状のシステム</a:t>
            </a:r>
            <a:endParaRPr lang="en-US" altLang="ja-JP" b="1" dirty="0"/>
          </a:p>
          <a:p>
            <a:pPr marL="0" indent="0">
              <a:buFont typeface="Arial" panose="020B0604020202020204" pitchFamily="34" charset="0"/>
              <a:buNone/>
            </a:pPr>
            <a:r>
              <a:rPr lang="ja-JP" altLang="en-US" dirty="0"/>
              <a:t>・</a:t>
            </a:r>
            <a:r>
              <a:rPr lang="en-US" altLang="ja-JP" dirty="0" err="1"/>
              <a:t>claude</a:t>
            </a:r>
            <a:r>
              <a:rPr lang="en-US" altLang="ja-JP" dirty="0"/>
              <a:t> code</a:t>
            </a:r>
            <a:r>
              <a:rPr lang="ja-JP" altLang="en-US" dirty="0"/>
              <a:t>で書いてもらう。</a:t>
            </a:r>
            <a:endParaRPr lang="en-US" altLang="ja-JP" dirty="0"/>
          </a:p>
          <a:p>
            <a:pPr marL="0" indent="0">
              <a:buFont typeface="Arial" panose="020B0604020202020204" pitchFamily="34" charset="0"/>
              <a:buNone/>
            </a:pPr>
            <a:r>
              <a:rPr lang="ja-JP" altLang="en-US" dirty="0"/>
              <a:t>・</a:t>
            </a:r>
            <a:r>
              <a:rPr lang="en-US" altLang="ja-JP" dirty="0"/>
              <a:t>Git Hub</a:t>
            </a:r>
            <a:r>
              <a:rPr lang="ja-JP" altLang="en-US" dirty="0"/>
              <a:t>にコードコピペ</a:t>
            </a:r>
            <a:endParaRPr lang="en-US" altLang="ja-JP" dirty="0"/>
          </a:p>
          <a:p>
            <a:pPr marL="0" indent="0">
              <a:buFont typeface="Arial" panose="020B0604020202020204" pitchFamily="34" charset="0"/>
              <a:buNone/>
            </a:pPr>
            <a:r>
              <a:rPr lang="ja-JP" altLang="en-US" dirty="0"/>
              <a:t>・</a:t>
            </a:r>
            <a:r>
              <a:rPr lang="en-US" altLang="ja-JP" dirty="0"/>
              <a:t>render</a:t>
            </a:r>
            <a:r>
              <a:rPr lang="ja-JP" altLang="en-US" dirty="0"/>
              <a:t>で実行</a:t>
            </a:r>
            <a:endParaRPr lang="en-US" altLang="ja-JP" dirty="0"/>
          </a:p>
          <a:p>
            <a:pPr marL="0" indent="0">
              <a:buFont typeface="Arial" panose="020B0604020202020204" pitchFamily="34" charset="0"/>
              <a:buNone/>
            </a:pPr>
            <a:r>
              <a:rPr lang="ja-JP" altLang="en-US" dirty="0"/>
              <a:t>・</a:t>
            </a:r>
            <a:r>
              <a:rPr lang="en-US" altLang="ja-JP" dirty="0"/>
              <a:t>line messaging </a:t>
            </a:r>
            <a:r>
              <a:rPr lang="en-US" altLang="ja-JP" dirty="0" err="1"/>
              <a:t>api</a:t>
            </a:r>
            <a:endParaRPr lang="en-US" altLang="ja-JP" dirty="0"/>
          </a:p>
          <a:p>
            <a:pPr marL="0" indent="0">
              <a:buNone/>
            </a:pPr>
            <a:endParaRPr lang="en-US" altLang="ja-JP" b="1" dirty="0"/>
          </a:p>
          <a:p>
            <a:pPr marL="0" indent="0">
              <a:buNone/>
            </a:pPr>
            <a:r>
              <a:rPr lang="en-US" altLang="ja-JP" b="1" dirty="0"/>
              <a:t>MVP</a:t>
            </a:r>
          </a:p>
          <a:p>
            <a:r>
              <a:rPr lang="ja-JP" altLang="en-US" dirty="0"/>
              <a:t>お友達と起業部計</a:t>
            </a:r>
            <a:r>
              <a:rPr lang="en-US" altLang="ja-JP" dirty="0"/>
              <a:t>10</a:t>
            </a:r>
            <a:r>
              <a:rPr lang="ja-JP" altLang="en-US" dirty="0"/>
              <a:t>名程度</a:t>
            </a:r>
            <a:endParaRPr lang="en-US" altLang="ja-JP" dirty="0"/>
          </a:p>
          <a:p>
            <a:pPr marL="0" indent="0">
              <a:buNone/>
            </a:pPr>
            <a:r>
              <a:rPr lang="ja-JP" altLang="en-US" dirty="0"/>
              <a:t>・学部はバラバラにする</a:t>
            </a:r>
            <a:endParaRPr lang="en-US" altLang="ja-JP" dirty="0"/>
          </a:p>
          <a:p>
            <a:endParaRPr lang="en-US" altLang="ja-JP" dirty="0"/>
          </a:p>
          <a:p>
            <a:pPr marL="0" indent="0">
              <a:buFont typeface="Arial" panose="020B0604020202020204" pitchFamily="34" charset="0"/>
              <a:buNone/>
            </a:pPr>
            <a:endParaRPr lang="en-US" altLang="ja-JP" dirty="0"/>
          </a:p>
          <a:p>
            <a:pPr marL="0" indent="0">
              <a:buFont typeface="Arial" panose="020B0604020202020204" pitchFamily="34" charset="0"/>
              <a:buNone/>
            </a:pPr>
            <a:endParaRPr lang="en-US" altLang="ja-JP" dirty="0"/>
          </a:p>
          <a:p>
            <a:endParaRPr lang="en-US" altLang="ja-JP" dirty="0"/>
          </a:p>
          <a:p>
            <a:endParaRPr lang="en-US" altLang="ja-JP" dirty="0"/>
          </a:p>
          <a:p>
            <a:endParaRPr lang="ja-JP" altLang="en-US" dirty="0"/>
          </a:p>
        </p:txBody>
      </p:sp>
    </p:spTree>
    <p:extLst>
      <p:ext uri="{BB962C8B-B14F-4D97-AF65-F5344CB8AC3E}">
        <p14:creationId xmlns:p14="http://schemas.microsoft.com/office/powerpoint/2010/main" val="32196995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B75856-2E6B-1ED6-A498-F0025875DC0A}"/>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FD94A466-0900-88E3-5E6F-F67EF4C08F34}"/>
              </a:ext>
            </a:extLst>
          </p:cNvPr>
          <p:cNvSpPr>
            <a:spLocks noGrp="1"/>
          </p:cNvSpPr>
          <p:nvPr>
            <p:ph type="title"/>
          </p:nvPr>
        </p:nvSpPr>
        <p:spPr/>
        <p:txBody>
          <a:bodyPr/>
          <a:lstStyle/>
          <a:p>
            <a:r>
              <a:rPr kumimoji="1" lang="ja-JP" altLang="en-US" b="1" dirty="0"/>
              <a:t>特徴</a:t>
            </a:r>
          </a:p>
        </p:txBody>
      </p:sp>
      <p:sp>
        <p:nvSpPr>
          <p:cNvPr id="3" name="コンテンツ プレースホルダー 2">
            <a:extLst>
              <a:ext uri="{FF2B5EF4-FFF2-40B4-BE49-F238E27FC236}">
                <a16:creationId xmlns:a16="http://schemas.microsoft.com/office/drawing/2014/main" id="{DEADEA57-748D-47B8-DD90-ED2E78E8C721}"/>
              </a:ext>
            </a:extLst>
          </p:cNvPr>
          <p:cNvSpPr>
            <a:spLocks noGrp="1"/>
          </p:cNvSpPr>
          <p:nvPr>
            <p:ph idx="1"/>
          </p:nvPr>
        </p:nvSpPr>
        <p:spPr>
          <a:xfrm>
            <a:off x="838199" y="1825625"/>
            <a:ext cx="4984283" cy="4351338"/>
          </a:xfrm>
        </p:spPr>
        <p:txBody>
          <a:bodyPr>
            <a:normAutofit lnSpcReduction="10000"/>
          </a:bodyPr>
          <a:lstStyle/>
          <a:p>
            <a:endParaRPr lang="en-US" altLang="ja-JP" dirty="0"/>
          </a:p>
          <a:p>
            <a:pPr marL="0" indent="0">
              <a:buNone/>
            </a:pPr>
            <a:r>
              <a:rPr lang="ja-JP" altLang="en-US" b="1" dirty="0"/>
              <a:t>顧客へのコンセプト</a:t>
            </a:r>
            <a:endParaRPr lang="en-US" altLang="ja-JP" b="1" dirty="0"/>
          </a:p>
          <a:p>
            <a:pPr marL="0" indent="0">
              <a:buNone/>
            </a:pPr>
            <a:r>
              <a:rPr lang="ja-JP" altLang="en-US" dirty="0"/>
              <a:t>・学部ごとに広告を出せる。</a:t>
            </a:r>
            <a:endParaRPr lang="en-US" altLang="ja-JP" dirty="0"/>
          </a:p>
          <a:p>
            <a:pPr marL="0" indent="0">
              <a:buNone/>
            </a:pPr>
            <a:r>
              <a:rPr lang="ja-JP" altLang="en-US" dirty="0"/>
              <a:t>・←まじめな人が欲しいよなあと広告作成支援の提供（ここでも収益をとる）</a:t>
            </a:r>
            <a:endParaRPr lang="en-US" altLang="ja-JP" dirty="0"/>
          </a:p>
          <a:p>
            <a:pPr marL="0" indent="0">
              <a:buNone/>
            </a:pPr>
            <a:endParaRPr lang="en-US" altLang="ja-JP" b="1" dirty="0"/>
          </a:p>
          <a:p>
            <a:pPr marL="0" indent="0">
              <a:buNone/>
            </a:pPr>
            <a:r>
              <a:rPr lang="ja-JP" altLang="en-US" b="1" dirty="0"/>
              <a:t>サービス</a:t>
            </a:r>
            <a:endParaRPr kumimoji="1" lang="en-US" altLang="ja-JP" b="1" dirty="0"/>
          </a:p>
          <a:p>
            <a:r>
              <a:rPr lang="ja-JP" altLang="en-US" dirty="0"/>
              <a:t>神大の情報インフラ</a:t>
            </a:r>
            <a:r>
              <a:rPr lang="en-US" altLang="ja-JP" dirty="0"/>
              <a:t>(</a:t>
            </a:r>
            <a:r>
              <a:rPr lang="ja-JP" altLang="en-US" dirty="0"/>
              <a:t>特に授業の情報</a:t>
            </a:r>
            <a:r>
              <a:rPr lang="en-US" altLang="ja-JP" dirty="0"/>
              <a:t>)</a:t>
            </a:r>
          </a:p>
          <a:p>
            <a:pPr marL="0" indent="0">
              <a:buNone/>
            </a:pPr>
            <a:endParaRPr lang="en-US" altLang="ja-JP" dirty="0"/>
          </a:p>
          <a:p>
            <a:endParaRPr kumimoji="1" lang="en-US" altLang="ja-JP" dirty="0"/>
          </a:p>
          <a:p>
            <a:endParaRPr kumimoji="1" lang="ja-JP" altLang="en-US" dirty="0"/>
          </a:p>
        </p:txBody>
      </p:sp>
      <p:sp>
        <p:nvSpPr>
          <p:cNvPr id="4" name="コンテンツ プレースホルダー 2">
            <a:extLst>
              <a:ext uri="{FF2B5EF4-FFF2-40B4-BE49-F238E27FC236}">
                <a16:creationId xmlns:a16="http://schemas.microsoft.com/office/drawing/2014/main" id="{1A5C8CE6-8AEC-3ED2-7EFE-47C11060EE42}"/>
              </a:ext>
            </a:extLst>
          </p:cNvPr>
          <p:cNvSpPr txBox="1">
            <a:spLocks/>
          </p:cNvSpPr>
          <p:nvPr/>
        </p:nvSpPr>
        <p:spPr>
          <a:xfrm>
            <a:off x="5822482" y="1825625"/>
            <a:ext cx="4580823" cy="4351338"/>
          </a:xfrm>
          <a:prstGeom prst="rect">
            <a:avLst/>
          </a:prstGeom>
        </p:spPr>
        <p:txBody>
          <a:bodyPr vert="horz" lIns="91440" tIns="45720" rIns="91440" bIns="45720" rtlCol="0">
            <a:normAutofit fontScale="40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Font typeface="Arial" panose="020B0604020202020204" pitchFamily="34" charset="0"/>
              <a:buNone/>
            </a:pPr>
            <a:r>
              <a:rPr lang="ja-JP" altLang="en-US" b="1" dirty="0"/>
              <a:t>神戸大学生へのコンセプト</a:t>
            </a:r>
            <a:endParaRPr lang="en-US" altLang="ja-JP" b="1" dirty="0"/>
          </a:p>
          <a:p>
            <a:pPr marL="0" indent="0">
              <a:buFont typeface="Arial" panose="020B0604020202020204" pitchFamily="34" charset="0"/>
              <a:buNone/>
            </a:pPr>
            <a:r>
              <a:rPr lang="ja-JP" altLang="en-US" dirty="0"/>
              <a:t>・神戸大学の情報集まりツール。</a:t>
            </a:r>
            <a:endParaRPr lang="en-US" altLang="ja-JP" dirty="0"/>
          </a:p>
          <a:p>
            <a:pPr marL="0" indent="0">
              <a:buFont typeface="Arial" panose="020B0604020202020204" pitchFamily="34" charset="0"/>
              <a:buNone/>
            </a:pPr>
            <a:r>
              <a:rPr lang="ja-JP" altLang="en-US" dirty="0"/>
              <a:t>・</a:t>
            </a:r>
            <a:r>
              <a:rPr lang="en-US" altLang="ja-JP" dirty="0"/>
              <a:t>GPA</a:t>
            </a:r>
            <a:r>
              <a:rPr lang="ja-JP" altLang="en-US" dirty="0"/>
              <a:t>を上昇させるための情報</a:t>
            </a:r>
            <a:endParaRPr lang="en-US" altLang="ja-JP" dirty="0"/>
          </a:p>
          <a:p>
            <a:pPr marL="0" indent="0">
              <a:buNone/>
            </a:pPr>
            <a:endParaRPr lang="en-US" altLang="ja-JP" b="1" dirty="0"/>
          </a:p>
          <a:p>
            <a:pPr marL="0" indent="0">
              <a:buNone/>
            </a:pPr>
            <a:r>
              <a:rPr lang="ja-JP" altLang="en-US" b="1" dirty="0"/>
              <a:t>掲載情報</a:t>
            </a:r>
            <a:endParaRPr lang="en-US" altLang="ja-JP" b="1" dirty="0"/>
          </a:p>
          <a:p>
            <a:r>
              <a:rPr lang="ja-JP" altLang="en-US" dirty="0"/>
              <a:t>授業情報</a:t>
            </a:r>
            <a:r>
              <a:rPr lang="en-US" altLang="ja-JP" dirty="0"/>
              <a:t>(</a:t>
            </a:r>
            <a:r>
              <a:rPr lang="ja-JP" altLang="en-US" dirty="0"/>
              <a:t>メインコンテンツ</a:t>
            </a:r>
            <a:r>
              <a:rPr lang="en-US" altLang="ja-JP" dirty="0"/>
              <a:t>)</a:t>
            </a:r>
            <a:r>
              <a:rPr lang="ja-JP" altLang="en-US" dirty="0"/>
              <a:t>→</a:t>
            </a:r>
            <a:r>
              <a:rPr lang="en-US" altLang="ja-JP" dirty="0"/>
              <a:t>GPA</a:t>
            </a:r>
            <a:r>
              <a:rPr lang="ja-JP" altLang="en-US" dirty="0"/>
              <a:t>の高い人が集まります。</a:t>
            </a:r>
            <a:endParaRPr lang="en-US" altLang="ja-JP" dirty="0"/>
          </a:p>
          <a:p>
            <a:pPr marL="0" indent="0">
              <a:buNone/>
            </a:pPr>
            <a:r>
              <a:rPr lang="ja-JP" altLang="en-US" dirty="0">
                <a:highlight>
                  <a:srgbClr val="FFFF00"/>
                </a:highlight>
              </a:rPr>
              <a:t>ユーザーの引き留め</a:t>
            </a:r>
            <a:endParaRPr lang="en-US" altLang="ja-JP" dirty="0">
              <a:highlight>
                <a:srgbClr val="FFFF00"/>
              </a:highlight>
            </a:endParaRPr>
          </a:p>
          <a:p>
            <a:r>
              <a:rPr lang="ja-JP" altLang="en-US" dirty="0">
                <a:highlight>
                  <a:srgbClr val="FFFF00"/>
                </a:highlight>
              </a:rPr>
              <a:t>履修登録期間等のパワポ</a:t>
            </a:r>
            <a:endParaRPr lang="en-US" altLang="ja-JP" dirty="0">
              <a:highlight>
                <a:srgbClr val="FFFF00"/>
              </a:highlight>
            </a:endParaRPr>
          </a:p>
          <a:p>
            <a:r>
              <a:rPr lang="ja-JP" altLang="en-US" dirty="0">
                <a:highlight>
                  <a:srgbClr val="FFFF00"/>
                </a:highlight>
              </a:rPr>
              <a:t>うりぼーネットへのアクセス</a:t>
            </a:r>
            <a:endParaRPr lang="en-US" altLang="ja-JP" dirty="0">
              <a:highlight>
                <a:srgbClr val="FFFF00"/>
              </a:highlight>
            </a:endParaRPr>
          </a:p>
          <a:p>
            <a:r>
              <a:rPr lang="ja-JP" altLang="en-US" dirty="0">
                <a:highlight>
                  <a:srgbClr val="FFFF00"/>
                </a:highlight>
              </a:rPr>
              <a:t>神戸大学からのお知らせ</a:t>
            </a:r>
            <a:r>
              <a:rPr lang="en-US" altLang="ja-JP" dirty="0">
                <a:highlight>
                  <a:srgbClr val="FFFF00"/>
                </a:highlight>
              </a:rPr>
              <a:t>(</a:t>
            </a:r>
            <a:r>
              <a:rPr lang="ja-JP" altLang="en-US" dirty="0">
                <a:highlight>
                  <a:srgbClr val="FFFF00"/>
                </a:highlight>
              </a:rPr>
              <a:t>学部によってリッチメニュー帰れるかな。無理ならボタン押したら出てくるようにしたい</a:t>
            </a:r>
            <a:r>
              <a:rPr lang="en-US" altLang="ja-JP" dirty="0">
                <a:highlight>
                  <a:srgbClr val="FFFF00"/>
                </a:highlight>
              </a:rPr>
              <a:t>)</a:t>
            </a:r>
          </a:p>
          <a:p>
            <a:pPr marL="0" indent="0">
              <a:buNone/>
            </a:pPr>
            <a:r>
              <a:rPr lang="ja-JP" altLang="en-US" dirty="0">
                <a:solidFill>
                  <a:srgbClr val="FF0000"/>
                </a:solidFill>
              </a:rPr>
              <a:t>収益化←どのように採用を増やすかが重要。</a:t>
            </a:r>
            <a:endParaRPr lang="en-US" altLang="ja-JP" dirty="0">
              <a:solidFill>
                <a:srgbClr val="FF0000"/>
              </a:solidFill>
            </a:endParaRPr>
          </a:p>
          <a:p>
            <a:pPr marL="0" indent="0">
              <a:buNone/>
            </a:pPr>
            <a:r>
              <a:rPr lang="ja-JP" altLang="en-US" dirty="0">
                <a:solidFill>
                  <a:srgbClr val="FF0000"/>
                </a:solidFill>
              </a:rPr>
              <a:t>・バイトの求人←学部学科絞る</a:t>
            </a:r>
            <a:endParaRPr lang="en-US" altLang="ja-JP" dirty="0">
              <a:solidFill>
                <a:srgbClr val="FF0000"/>
              </a:solidFill>
            </a:endParaRPr>
          </a:p>
          <a:p>
            <a:r>
              <a:rPr lang="ja-JP" altLang="en-US" dirty="0">
                <a:solidFill>
                  <a:srgbClr val="FF0000"/>
                </a:solidFill>
              </a:rPr>
              <a:t>インターン情報←学部学科絞る。学年絞る</a:t>
            </a:r>
            <a:endParaRPr lang="en-US" altLang="ja-JP" dirty="0">
              <a:solidFill>
                <a:srgbClr val="FF0000"/>
              </a:solidFill>
            </a:endParaRPr>
          </a:p>
          <a:p>
            <a:r>
              <a:rPr lang="ja-JP" altLang="en-US" dirty="0">
                <a:solidFill>
                  <a:srgbClr val="FF0000"/>
                </a:solidFill>
              </a:rPr>
              <a:t>資格関係←学部学科絞る。学年絞る</a:t>
            </a:r>
            <a:endParaRPr lang="en-US" altLang="ja-JP" dirty="0">
              <a:solidFill>
                <a:srgbClr val="FF0000"/>
              </a:solidFill>
            </a:endParaRPr>
          </a:p>
          <a:p>
            <a:r>
              <a:rPr lang="ja-JP" altLang="en-US" dirty="0">
                <a:solidFill>
                  <a:srgbClr val="FF0000"/>
                </a:solidFill>
              </a:rPr>
              <a:t>物件情報←実家暮らしかどうかと実家の立地を絞る</a:t>
            </a:r>
            <a:endParaRPr lang="en-US" altLang="ja-JP" dirty="0">
              <a:solidFill>
                <a:srgbClr val="FF0000"/>
              </a:solidFill>
            </a:endParaRPr>
          </a:p>
          <a:p>
            <a:pPr marL="0" indent="0">
              <a:buNone/>
            </a:pPr>
            <a:r>
              <a:rPr lang="en-US" altLang="ja-JP" dirty="0">
                <a:solidFill>
                  <a:srgbClr val="FF0000"/>
                </a:solidFill>
              </a:rPr>
              <a:t>(</a:t>
            </a:r>
            <a:r>
              <a:rPr lang="ja-JP" altLang="en-US" dirty="0">
                <a:solidFill>
                  <a:srgbClr val="FF0000"/>
                </a:solidFill>
              </a:rPr>
              <a:t>広告作成代替できる。掲載料プラスクリック数</a:t>
            </a:r>
            <a:r>
              <a:rPr lang="en-US" altLang="ja-JP" dirty="0">
                <a:solidFill>
                  <a:srgbClr val="FF0000"/>
                </a:solidFill>
              </a:rPr>
              <a:t>)</a:t>
            </a:r>
          </a:p>
          <a:p>
            <a:endParaRPr lang="en-US" altLang="ja-JP" dirty="0"/>
          </a:p>
          <a:p>
            <a:endParaRPr lang="en-US" altLang="ja-JP" dirty="0"/>
          </a:p>
          <a:p>
            <a:endParaRPr lang="en-US" altLang="ja-JP" dirty="0"/>
          </a:p>
          <a:p>
            <a:pPr marL="0" indent="0">
              <a:buFont typeface="Arial" panose="020B0604020202020204" pitchFamily="34" charset="0"/>
              <a:buNone/>
            </a:pPr>
            <a:endParaRPr lang="en-US" altLang="ja-JP" dirty="0"/>
          </a:p>
          <a:p>
            <a:pPr marL="0" indent="0">
              <a:buFont typeface="Arial" panose="020B0604020202020204" pitchFamily="34" charset="0"/>
              <a:buNone/>
            </a:pPr>
            <a:endParaRPr lang="en-US" altLang="ja-JP" dirty="0"/>
          </a:p>
          <a:p>
            <a:endParaRPr lang="en-US" altLang="ja-JP" dirty="0"/>
          </a:p>
          <a:p>
            <a:endParaRPr lang="en-US" altLang="ja-JP" dirty="0"/>
          </a:p>
          <a:p>
            <a:endParaRPr lang="ja-JP" altLang="en-US" dirty="0"/>
          </a:p>
        </p:txBody>
      </p:sp>
    </p:spTree>
    <p:extLst>
      <p:ext uri="{BB962C8B-B14F-4D97-AF65-F5344CB8AC3E}">
        <p14:creationId xmlns:p14="http://schemas.microsoft.com/office/powerpoint/2010/main" val="4750589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7A7A93-2553-5910-E165-6C766BC02935}"/>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B5291EB8-1194-80A8-B5C2-5509A937DFBC}"/>
              </a:ext>
            </a:extLst>
          </p:cNvPr>
          <p:cNvSpPr>
            <a:spLocks noGrp="1"/>
          </p:cNvSpPr>
          <p:nvPr>
            <p:ph type="title"/>
          </p:nvPr>
        </p:nvSpPr>
        <p:spPr/>
        <p:txBody>
          <a:bodyPr/>
          <a:lstStyle/>
          <a:p>
            <a:r>
              <a:rPr kumimoji="1" lang="ja-JP" altLang="en-US" b="1" dirty="0"/>
              <a:t>継続運用</a:t>
            </a:r>
          </a:p>
        </p:txBody>
      </p:sp>
      <p:sp>
        <p:nvSpPr>
          <p:cNvPr id="3" name="コンテンツ プレースホルダー 2">
            <a:extLst>
              <a:ext uri="{FF2B5EF4-FFF2-40B4-BE49-F238E27FC236}">
                <a16:creationId xmlns:a16="http://schemas.microsoft.com/office/drawing/2014/main" id="{34A05873-7D63-5D19-E174-5D6AA2557740}"/>
              </a:ext>
            </a:extLst>
          </p:cNvPr>
          <p:cNvSpPr>
            <a:spLocks noGrp="1"/>
          </p:cNvSpPr>
          <p:nvPr>
            <p:ph idx="1"/>
          </p:nvPr>
        </p:nvSpPr>
        <p:spPr>
          <a:xfrm>
            <a:off x="838200" y="1825625"/>
            <a:ext cx="4580823" cy="4351338"/>
          </a:xfrm>
        </p:spPr>
        <p:txBody>
          <a:bodyPr>
            <a:normAutofit lnSpcReduction="10000"/>
          </a:bodyPr>
          <a:lstStyle/>
          <a:p>
            <a:pPr marL="0" indent="0">
              <a:buNone/>
            </a:pPr>
            <a:r>
              <a:rPr kumimoji="1" lang="ja-JP" altLang="en-US" b="1" dirty="0"/>
              <a:t>費用</a:t>
            </a:r>
            <a:endParaRPr kumimoji="1" lang="en-US" altLang="ja-JP" b="1" dirty="0"/>
          </a:p>
          <a:p>
            <a:r>
              <a:rPr kumimoji="1" lang="en-US" altLang="ja-JP" dirty="0"/>
              <a:t>Line</a:t>
            </a:r>
            <a:r>
              <a:rPr kumimoji="1" lang="ja-JP" altLang="en-US" dirty="0"/>
              <a:t>料金</a:t>
            </a:r>
            <a:endParaRPr lang="en-US" altLang="ja-JP" dirty="0"/>
          </a:p>
          <a:p>
            <a:r>
              <a:rPr kumimoji="1" lang="en-US" altLang="ja-JP" dirty="0"/>
              <a:t>Api</a:t>
            </a:r>
            <a:r>
              <a:rPr kumimoji="1" lang="ja-JP" altLang="en-US" dirty="0"/>
              <a:t>料金</a:t>
            </a:r>
            <a:endParaRPr kumimoji="1" lang="en-US" altLang="ja-JP" dirty="0"/>
          </a:p>
          <a:p>
            <a:r>
              <a:rPr lang="ja-JP" altLang="en-US" dirty="0"/>
              <a:t>サーバ料金</a:t>
            </a:r>
            <a:endParaRPr lang="en-US" altLang="ja-JP" dirty="0"/>
          </a:p>
          <a:p>
            <a:endParaRPr lang="en-US" altLang="ja-JP" dirty="0"/>
          </a:p>
          <a:p>
            <a:pPr marL="0" indent="0">
              <a:buNone/>
            </a:pPr>
            <a:r>
              <a:rPr lang="ja-JP" altLang="en-US" b="1" dirty="0"/>
              <a:t>収益</a:t>
            </a:r>
            <a:endParaRPr lang="en-US" altLang="ja-JP" b="1" dirty="0"/>
          </a:p>
          <a:p>
            <a:pPr marL="0" indent="0">
              <a:buNone/>
            </a:pPr>
            <a:r>
              <a:rPr lang="ja-JP" altLang="en-US" dirty="0"/>
              <a:t>・求人</a:t>
            </a:r>
            <a:r>
              <a:rPr lang="en-US" altLang="ja-JP" dirty="0"/>
              <a:t>(</a:t>
            </a:r>
            <a:r>
              <a:rPr lang="ja-JP" altLang="en-US" dirty="0"/>
              <a:t>クリックと採用</a:t>
            </a:r>
            <a:r>
              <a:rPr lang="en-US" altLang="ja-JP" dirty="0"/>
              <a:t>)</a:t>
            </a:r>
          </a:p>
          <a:p>
            <a:pPr marL="0" indent="0">
              <a:buNone/>
            </a:pPr>
            <a:r>
              <a:rPr lang="ja-JP" altLang="en-US" dirty="0"/>
              <a:t>・資格取得のための塾やピアノ教室等の募集</a:t>
            </a:r>
            <a:endParaRPr lang="en-US" altLang="ja-JP" dirty="0"/>
          </a:p>
          <a:p>
            <a:pPr marL="0" indent="0">
              <a:buNone/>
            </a:pPr>
            <a:endParaRPr lang="en-US" altLang="ja-JP" dirty="0"/>
          </a:p>
          <a:p>
            <a:endParaRPr lang="en-US" altLang="ja-JP" dirty="0"/>
          </a:p>
          <a:p>
            <a:endParaRPr kumimoji="1" lang="en-US" altLang="ja-JP" dirty="0"/>
          </a:p>
          <a:p>
            <a:endParaRPr kumimoji="1" lang="ja-JP" altLang="en-US" dirty="0"/>
          </a:p>
        </p:txBody>
      </p:sp>
      <p:sp>
        <p:nvSpPr>
          <p:cNvPr id="4" name="コンテンツ プレースホルダー 2">
            <a:extLst>
              <a:ext uri="{FF2B5EF4-FFF2-40B4-BE49-F238E27FC236}">
                <a16:creationId xmlns:a16="http://schemas.microsoft.com/office/drawing/2014/main" id="{882000DD-1025-D54F-87E6-803CB2A87340}"/>
              </a:ext>
            </a:extLst>
          </p:cNvPr>
          <p:cNvSpPr txBox="1">
            <a:spLocks/>
          </p:cNvSpPr>
          <p:nvPr/>
        </p:nvSpPr>
        <p:spPr>
          <a:xfrm>
            <a:off x="5822482" y="1825625"/>
            <a:ext cx="4580823" cy="4351338"/>
          </a:xfrm>
          <a:prstGeom prst="rect">
            <a:avLst/>
          </a:prstGeom>
        </p:spPr>
        <p:txBody>
          <a:bodyPr vert="horz" lIns="91440" tIns="45720" rIns="91440" bIns="45720" rtlCol="0">
            <a:normAutofit fontScale="8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Font typeface="Arial" panose="020B0604020202020204" pitchFamily="34" charset="0"/>
              <a:buNone/>
            </a:pPr>
            <a:r>
              <a:rPr lang="ja-JP" altLang="en-US" b="1" dirty="0"/>
              <a:t>システム開発</a:t>
            </a:r>
            <a:endParaRPr lang="en-US" altLang="ja-JP" b="1" dirty="0"/>
          </a:p>
          <a:p>
            <a:r>
              <a:rPr lang="en-US" altLang="ja-JP" dirty="0"/>
              <a:t>Claude code</a:t>
            </a:r>
          </a:p>
          <a:p>
            <a:r>
              <a:rPr lang="ja-JP" altLang="en-US" dirty="0"/>
              <a:t>起業部エンジニア</a:t>
            </a:r>
            <a:endParaRPr lang="en-US" altLang="ja-JP" dirty="0"/>
          </a:p>
          <a:p>
            <a:r>
              <a:rPr lang="ja-JP" altLang="en-US" dirty="0"/>
              <a:t>自分</a:t>
            </a:r>
            <a:endParaRPr lang="en-US" altLang="ja-JP" dirty="0"/>
          </a:p>
          <a:p>
            <a:endParaRPr lang="en-US" altLang="ja-JP" dirty="0"/>
          </a:p>
          <a:p>
            <a:pPr marL="0" indent="0">
              <a:buNone/>
            </a:pPr>
            <a:r>
              <a:rPr lang="ja-JP" altLang="en-US" b="1" dirty="0"/>
              <a:t>情報の集め方</a:t>
            </a:r>
            <a:endParaRPr lang="en-US" altLang="ja-JP" b="1" dirty="0"/>
          </a:p>
          <a:p>
            <a:r>
              <a:rPr lang="ja-JP" altLang="en-US" dirty="0"/>
              <a:t>イニシアティブ方式</a:t>
            </a:r>
            <a:r>
              <a:rPr lang="en-US" altLang="ja-JP" dirty="0"/>
              <a:t>(100</a:t>
            </a:r>
            <a:r>
              <a:rPr lang="ja-JP" altLang="en-US" dirty="0"/>
              <a:t>名様に</a:t>
            </a:r>
            <a:r>
              <a:rPr lang="en-US" altLang="ja-JP" dirty="0"/>
              <a:t>Quo</a:t>
            </a:r>
            <a:r>
              <a:rPr lang="ja-JP" altLang="en-US" dirty="0"/>
              <a:t>カード</a:t>
            </a:r>
            <a:r>
              <a:rPr lang="en-US" altLang="ja-JP" dirty="0"/>
              <a:t>)</a:t>
            </a:r>
          </a:p>
          <a:p>
            <a:r>
              <a:rPr lang="en-US" altLang="ja-JP" dirty="0"/>
              <a:t>1</a:t>
            </a:r>
            <a:r>
              <a:rPr lang="ja-JP" altLang="en-US" dirty="0"/>
              <a:t>コメントあたり</a:t>
            </a:r>
            <a:r>
              <a:rPr lang="en-US" altLang="ja-JP" dirty="0"/>
              <a:t>10</a:t>
            </a:r>
            <a:r>
              <a:rPr lang="ja-JP" altLang="en-US" dirty="0"/>
              <a:t>コメント閲覧</a:t>
            </a:r>
            <a:endParaRPr lang="en-US" altLang="ja-JP" dirty="0"/>
          </a:p>
          <a:p>
            <a:r>
              <a:rPr lang="en-US" altLang="ja-JP" dirty="0"/>
              <a:t>Ⅰ</a:t>
            </a:r>
            <a:r>
              <a:rPr lang="ja-JP" altLang="en-US" dirty="0"/>
              <a:t>コメントごとに各授業</a:t>
            </a:r>
            <a:r>
              <a:rPr lang="en-US" altLang="ja-JP" dirty="0"/>
              <a:t>1</a:t>
            </a:r>
            <a:r>
              <a:rPr lang="ja-JP" altLang="en-US" dirty="0"/>
              <a:t>コメントずつ公開数増</a:t>
            </a:r>
            <a:endParaRPr lang="en-US" altLang="ja-JP" dirty="0"/>
          </a:p>
          <a:p>
            <a:pPr marL="0" indent="0">
              <a:buNone/>
            </a:pPr>
            <a:endParaRPr lang="en-US" altLang="ja-JP" dirty="0"/>
          </a:p>
          <a:p>
            <a:endParaRPr lang="en-US" altLang="ja-JP" dirty="0"/>
          </a:p>
          <a:p>
            <a:pPr marL="0" indent="0">
              <a:buFont typeface="Arial" panose="020B0604020202020204" pitchFamily="34" charset="0"/>
              <a:buNone/>
            </a:pPr>
            <a:endParaRPr lang="en-US" altLang="ja-JP" dirty="0"/>
          </a:p>
          <a:p>
            <a:pPr marL="0" indent="0">
              <a:buFont typeface="Arial" panose="020B0604020202020204" pitchFamily="34" charset="0"/>
              <a:buNone/>
            </a:pPr>
            <a:endParaRPr lang="en-US" altLang="ja-JP" dirty="0"/>
          </a:p>
          <a:p>
            <a:endParaRPr lang="en-US" altLang="ja-JP" dirty="0"/>
          </a:p>
          <a:p>
            <a:endParaRPr lang="en-US" altLang="ja-JP" dirty="0"/>
          </a:p>
          <a:p>
            <a:endParaRPr lang="ja-JP" altLang="en-US" dirty="0"/>
          </a:p>
        </p:txBody>
      </p:sp>
    </p:spTree>
    <p:extLst>
      <p:ext uri="{BB962C8B-B14F-4D97-AF65-F5344CB8AC3E}">
        <p14:creationId xmlns:p14="http://schemas.microsoft.com/office/powerpoint/2010/main" val="30206382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4AFBC4-FAA0-12EF-4F38-C1F37DC86C84}"/>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2F733B54-E78E-C902-3C1E-59BC65236C9A}"/>
              </a:ext>
            </a:extLst>
          </p:cNvPr>
          <p:cNvSpPr>
            <a:spLocks noGrp="1"/>
          </p:cNvSpPr>
          <p:nvPr>
            <p:ph type="title"/>
          </p:nvPr>
        </p:nvSpPr>
        <p:spPr/>
        <p:txBody>
          <a:bodyPr/>
          <a:lstStyle/>
          <a:p>
            <a:r>
              <a:rPr lang="ja-JP" altLang="en-US" b="1" dirty="0"/>
              <a:t>○○別ライフハック需要</a:t>
            </a:r>
            <a:endParaRPr kumimoji="1" lang="ja-JP" altLang="en-US" b="1" dirty="0"/>
          </a:p>
        </p:txBody>
      </p:sp>
      <p:sp>
        <p:nvSpPr>
          <p:cNvPr id="3" name="コンテンツ プレースホルダー 2">
            <a:extLst>
              <a:ext uri="{FF2B5EF4-FFF2-40B4-BE49-F238E27FC236}">
                <a16:creationId xmlns:a16="http://schemas.microsoft.com/office/drawing/2014/main" id="{52311838-AD3B-BF35-623C-847D42E911CC}"/>
              </a:ext>
            </a:extLst>
          </p:cNvPr>
          <p:cNvSpPr>
            <a:spLocks noGrp="1"/>
          </p:cNvSpPr>
          <p:nvPr>
            <p:ph idx="1"/>
          </p:nvPr>
        </p:nvSpPr>
        <p:spPr>
          <a:xfrm>
            <a:off x="838200" y="1825625"/>
            <a:ext cx="4580823" cy="4351338"/>
          </a:xfrm>
        </p:spPr>
        <p:txBody>
          <a:bodyPr>
            <a:normAutofit/>
          </a:bodyPr>
          <a:lstStyle/>
          <a:p>
            <a:pPr marL="0" indent="0">
              <a:buNone/>
            </a:pPr>
            <a:r>
              <a:rPr lang="ja-JP" altLang="en-US" b="1" dirty="0"/>
              <a:t>工学部</a:t>
            </a:r>
            <a:endParaRPr kumimoji="1" lang="en-US" altLang="ja-JP" b="1" dirty="0"/>
          </a:p>
          <a:p>
            <a:r>
              <a:rPr lang="en-US" altLang="ja-JP" dirty="0"/>
              <a:t>GPA</a:t>
            </a:r>
            <a:r>
              <a:rPr lang="ja-JP" altLang="en-US" dirty="0"/>
              <a:t>を上げる</a:t>
            </a:r>
            <a:endParaRPr lang="en-US" altLang="ja-JP" dirty="0"/>
          </a:p>
          <a:p>
            <a:r>
              <a:rPr lang="ja-JP" altLang="en-US" dirty="0"/>
              <a:t>優越感の堪能</a:t>
            </a:r>
            <a:endParaRPr lang="en-US" altLang="ja-JP" dirty="0"/>
          </a:p>
          <a:p>
            <a:endParaRPr lang="en-US" altLang="ja-JP" dirty="0"/>
          </a:p>
          <a:p>
            <a:pPr marL="0" indent="0">
              <a:buNone/>
            </a:pPr>
            <a:r>
              <a:rPr lang="ja-JP" altLang="en-US" b="1" dirty="0"/>
              <a:t>全学部</a:t>
            </a:r>
            <a:endParaRPr lang="en-US" altLang="ja-JP" b="1" dirty="0"/>
          </a:p>
          <a:p>
            <a:pPr marL="0" indent="0">
              <a:buNone/>
            </a:pPr>
            <a:r>
              <a:rPr lang="ja-JP" altLang="en-US" dirty="0"/>
              <a:t>・過去問</a:t>
            </a:r>
            <a:r>
              <a:rPr lang="en-US" altLang="ja-JP" dirty="0"/>
              <a:t>(</a:t>
            </a:r>
            <a:r>
              <a:rPr lang="ja-JP" altLang="en-US" dirty="0"/>
              <a:t>類題</a:t>
            </a:r>
            <a:r>
              <a:rPr lang="en-US" altLang="ja-JP" dirty="0"/>
              <a:t>)</a:t>
            </a:r>
          </a:p>
          <a:p>
            <a:pPr marL="0" indent="0">
              <a:buNone/>
            </a:pPr>
            <a:r>
              <a:rPr lang="ja-JP" altLang="en-US" dirty="0"/>
              <a:t>・教養科目の授業情報</a:t>
            </a:r>
            <a:endParaRPr lang="en-US" altLang="ja-JP" dirty="0"/>
          </a:p>
          <a:p>
            <a:pPr marL="0" indent="0">
              <a:buNone/>
            </a:pPr>
            <a:r>
              <a:rPr lang="ja-JP" altLang="en-US" dirty="0"/>
              <a:t>・神戸っぽいバイトの求人</a:t>
            </a:r>
            <a:endParaRPr lang="en-US" altLang="ja-JP" dirty="0"/>
          </a:p>
          <a:p>
            <a:endParaRPr kumimoji="1" lang="en-US" altLang="ja-JP" dirty="0"/>
          </a:p>
          <a:p>
            <a:endParaRPr kumimoji="1" lang="ja-JP" altLang="en-US" dirty="0"/>
          </a:p>
        </p:txBody>
      </p:sp>
      <p:sp>
        <p:nvSpPr>
          <p:cNvPr id="4" name="コンテンツ プレースホルダー 2">
            <a:extLst>
              <a:ext uri="{FF2B5EF4-FFF2-40B4-BE49-F238E27FC236}">
                <a16:creationId xmlns:a16="http://schemas.microsoft.com/office/drawing/2014/main" id="{49768167-5C96-244C-BA8B-E33F8C92C8A7}"/>
              </a:ext>
            </a:extLst>
          </p:cNvPr>
          <p:cNvSpPr txBox="1">
            <a:spLocks/>
          </p:cNvSpPr>
          <p:nvPr/>
        </p:nvSpPr>
        <p:spPr>
          <a:xfrm>
            <a:off x="5822482" y="1825625"/>
            <a:ext cx="4580823" cy="4351338"/>
          </a:xfrm>
          <a:prstGeom prst="rect">
            <a:avLst/>
          </a:prstGeom>
        </p:spPr>
        <p:txBody>
          <a:bodyPr vert="horz" lIns="91440" tIns="45720" rIns="91440" bIns="45720" rtlCol="0">
            <a:normAutofit fontScale="5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en-US" altLang="ja-JP" b="1" dirty="0"/>
              <a:t>1</a:t>
            </a:r>
            <a:r>
              <a:rPr lang="ja-JP" altLang="en-US" b="1" dirty="0"/>
              <a:t>年</a:t>
            </a:r>
            <a:endParaRPr lang="en-US" altLang="ja-JP" b="1" dirty="0"/>
          </a:p>
          <a:p>
            <a:pPr marL="0" indent="0">
              <a:buNone/>
            </a:pPr>
            <a:r>
              <a:rPr lang="ja-JP" altLang="en-US" dirty="0"/>
              <a:t>・神戸大学の地図</a:t>
            </a:r>
            <a:endParaRPr lang="en-US" altLang="ja-JP" dirty="0"/>
          </a:p>
          <a:p>
            <a:pPr marL="0" indent="0">
              <a:buNone/>
            </a:pPr>
            <a:r>
              <a:rPr lang="ja-JP" altLang="en-US" dirty="0"/>
              <a:t>・新歓情報</a:t>
            </a:r>
            <a:endParaRPr lang="en-US" altLang="ja-JP" b="1" dirty="0"/>
          </a:p>
          <a:p>
            <a:pPr marL="0" indent="0">
              <a:buFont typeface="Arial" panose="020B0604020202020204" pitchFamily="34" charset="0"/>
              <a:buNone/>
            </a:pPr>
            <a:r>
              <a:rPr lang="en-US" altLang="ja-JP" b="1" dirty="0"/>
              <a:t>2</a:t>
            </a:r>
            <a:r>
              <a:rPr lang="ja-JP" altLang="en-US" b="1" dirty="0"/>
              <a:t>年以上</a:t>
            </a:r>
            <a:endParaRPr lang="en-US" altLang="ja-JP" b="1" dirty="0"/>
          </a:p>
          <a:p>
            <a:r>
              <a:rPr lang="ja-JP" altLang="en-US" dirty="0"/>
              <a:t>変なバイトの求人</a:t>
            </a:r>
            <a:endParaRPr lang="en-US" altLang="ja-JP" dirty="0"/>
          </a:p>
          <a:p>
            <a:endParaRPr lang="en-US" altLang="ja-JP" dirty="0"/>
          </a:p>
          <a:p>
            <a:pPr marL="0" indent="0">
              <a:buNone/>
            </a:pPr>
            <a:r>
              <a:rPr lang="ja-JP" altLang="en-US" b="1" dirty="0"/>
              <a:t>文系</a:t>
            </a:r>
            <a:endParaRPr lang="en-US" altLang="ja-JP" b="1" dirty="0"/>
          </a:p>
          <a:p>
            <a:r>
              <a:rPr lang="ja-JP" altLang="en-US" dirty="0"/>
              <a:t>専門科目の授業情報</a:t>
            </a:r>
            <a:endParaRPr lang="en-US" altLang="ja-JP" dirty="0"/>
          </a:p>
          <a:p>
            <a:r>
              <a:rPr lang="ja-JP" altLang="en-US" dirty="0"/>
              <a:t>インターン情報</a:t>
            </a:r>
            <a:endParaRPr lang="en-US" altLang="ja-JP" dirty="0"/>
          </a:p>
          <a:p>
            <a:endParaRPr lang="en-US" altLang="ja-JP" dirty="0"/>
          </a:p>
          <a:p>
            <a:pPr marL="0" indent="0">
              <a:buNone/>
            </a:pPr>
            <a:r>
              <a:rPr lang="ja-JP" altLang="en-US" b="1" dirty="0"/>
              <a:t>理系</a:t>
            </a:r>
            <a:endParaRPr lang="en-US" altLang="ja-JP" b="1" dirty="0"/>
          </a:p>
          <a:p>
            <a:r>
              <a:rPr lang="ja-JP" altLang="en-US" dirty="0"/>
              <a:t>神戸大学の研究室情報</a:t>
            </a:r>
            <a:endParaRPr lang="en-US" altLang="ja-JP" dirty="0"/>
          </a:p>
          <a:p>
            <a:r>
              <a:rPr lang="ja-JP" altLang="en-US" dirty="0"/>
              <a:t>神戸大学院試の情報</a:t>
            </a:r>
            <a:endParaRPr lang="en-US" altLang="ja-JP" dirty="0"/>
          </a:p>
          <a:p>
            <a:r>
              <a:rPr lang="ja-JP" altLang="en-US" dirty="0"/>
              <a:t>他大学の研究室情報</a:t>
            </a:r>
            <a:endParaRPr lang="en-US" altLang="ja-JP" dirty="0"/>
          </a:p>
          <a:p>
            <a:r>
              <a:rPr lang="ja-JP" altLang="en-US" dirty="0"/>
              <a:t>他大学院試の情報</a:t>
            </a:r>
            <a:endParaRPr lang="en-US" altLang="ja-JP" dirty="0"/>
          </a:p>
          <a:p>
            <a:endParaRPr lang="en-US" altLang="ja-JP" dirty="0"/>
          </a:p>
          <a:p>
            <a:pPr marL="0" indent="0">
              <a:buNone/>
            </a:pPr>
            <a:endParaRPr lang="en-US" altLang="ja-JP" dirty="0"/>
          </a:p>
          <a:p>
            <a:endParaRPr lang="en-US" altLang="ja-JP" dirty="0"/>
          </a:p>
          <a:p>
            <a:pPr marL="0" indent="0">
              <a:buFont typeface="Arial" panose="020B0604020202020204" pitchFamily="34" charset="0"/>
              <a:buNone/>
            </a:pPr>
            <a:endParaRPr lang="en-US" altLang="ja-JP" dirty="0"/>
          </a:p>
          <a:p>
            <a:pPr marL="0" indent="0">
              <a:buFont typeface="Arial" panose="020B0604020202020204" pitchFamily="34" charset="0"/>
              <a:buNone/>
            </a:pPr>
            <a:endParaRPr lang="en-US" altLang="ja-JP" dirty="0"/>
          </a:p>
          <a:p>
            <a:endParaRPr lang="en-US" altLang="ja-JP" dirty="0"/>
          </a:p>
          <a:p>
            <a:endParaRPr lang="en-US" altLang="ja-JP" dirty="0"/>
          </a:p>
          <a:p>
            <a:endParaRPr lang="ja-JP" altLang="en-US" dirty="0"/>
          </a:p>
        </p:txBody>
      </p:sp>
    </p:spTree>
    <p:extLst>
      <p:ext uri="{BB962C8B-B14F-4D97-AF65-F5344CB8AC3E}">
        <p14:creationId xmlns:p14="http://schemas.microsoft.com/office/powerpoint/2010/main" val="33363690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B41A4F-3293-C6D8-914C-4FD2F63CD9A5}"/>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1DD7CF21-8409-7F15-3DD0-088D1C26CD9B}"/>
              </a:ext>
            </a:extLst>
          </p:cNvPr>
          <p:cNvSpPr>
            <a:spLocks noGrp="1"/>
          </p:cNvSpPr>
          <p:nvPr>
            <p:ph type="title"/>
          </p:nvPr>
        </p:nvSpPr>
        <p:spPr/>
        <p:txBody>
          <a:bodyPr/>
          <a:lstStyle/>
          <a:p>
            <a:r>
              <a:rPr lang="ja-JP" altLang="en-US" b="1" dirty="0"/>
              <a:t>○○別企業需要</a:t>
            </a:r>
            <a:endParaRPr kumimoji="1" lang="ja-JP" altLang="en-US" b="1" dirty="0"/>
          </a:p>
        </p:txBody>
      </p:sp>
      <p:sp>
        <p:nvSpPr>
          <p:cNvPr id="3" name="コンテンツ プレースホルダー 2">
            <a:extLst>
              <a:ext uri="{FF2B5EF4-FFF2-40B4-BE49-F238E27FC236}">
                <a16:creationId xmlns:a16="http://schemas.microsoft.com/office/drawing/2014/main" id="{68465EFE-E7ED-93DF-0506-EDB13CB0B971}"/>
              </a:ext>
            </a:extLst>
          </p:cNvPr>
          <p:cNvSpPr>
            <a:spLocks noGrp="1"/>
          </p:cNvSpPr>
          <p:nvPr>
            <p:ph idx="1"/>
          </p:nvPr>
        </p:nvSpPr>
        <p:spPr>
          <a:xfrm>
            <a:off x="838200" y="1825625"/>
            <a:ext cx="4580823" cy="4351338"/>
          </a:xfrm>
        </p:spPr>
        <p:txBody>
          <a:bodyPr>
            <a:normAutofit fontScale="70000" lnSpcReduction="20000"/>
          </a:bodyPr>
          <a:lstStyle/>
          <a:p>
            <a:pPr marL="0" indent="0">
              <a:buNone/>
            </a:pPr>
            <a:r>
              <a:rPr kumimoji="1" lang="ja-JP" altLang="en-US" b="1" dirty="0"/>
              <a:t>求人情報</a:t>
            </a:r>
            <a:endParaRPr kumimoji="1" lang="en-US" altLang="ja-JP" b="1" dirty="0"/>
          </a:p>
          <a:p>
            <a:r>
              <a:rPr kumimoji="1" lang="ja-JP" altLang="en-US" dirty="0"/>
              <a:t>塾講師→頭のいいひと、社交性がある人</a:t>
            </a:r>
            <a:endParaRPr kumimoji="1" lang="en-US" altLang="ja-JP" dirty="0"/>
          </a:p>
          <a:p>
            <a:r>
              <a:rPr lang="ja-JP" altLang="en-US" dirty="0"/>
              <a:t>技術系バイト</a:t>
            </a:r>
            <a:endParaRPr kumimoji="1" lang="en-US" altLang="ja-JP" dirty="0"/>
          </a:p>
          <a:p>
            <a:r>
              <a:rPr kumimoji="1" lang="ja-JP" altLang="en-US" dirty="0"/>
              <a:t>家庭教師</a:t>
            </a:r>
            <a:endParaRPr kumimoji="1" lang="en-US" altLang="ja-JP" dirty="0"/>
          </a:p>
          <a:p>
            <a:r>
              <a:rPr kumimoji="1" lang="ja-JP" altLang="en-US" dirty="0"/>
              <a:t>意外とご飯屋さんも。</a:t>
            </a:r>
            <a:endParaRPr kumimoji="1" lang="en-US" altLang="ja-JP" dirty="0"/>
          </a:p>
          <a:p>
            <a:r>
              <a:rPr kumimoji="1" lang="ja-JP" altLang="en-US" dirty="0"/>
              <a:t>税理士事務所の事務補助</a:t>
            </a:r>
            <a:endParaRPr kumimoji="1" lang="en-US" altLang="ja-JP" dirty="0"/>
          </a:p>
          <a:p>
            <a:pPr marL="0" indent="0">
              <a:buNone/>
            </a:pPr>
            <a:r>
              <a:rPr kumimoji="1" lang="ja-JP" altLang="en-US" dirty="0"/>
              <a:t>→学部が分かれば求人やりよいバイト多くね。</a:t>
            </a:r>
            <a:endParaRPr kumimoji="1" lang="en-US" altLang="ja-JP" dirty="0"/>
          </a:p>
          <a:p>
            <a:pPr marL="0" indent="0">
              <a:buNone/>
            </a:pPr>
            <a:r>
              <a:rPr lang="ja-JP" altLang="en-US" b="1" dirty="0"/>
              <a:t>資格関係</a:t>
            </a:r>
            <a:endParaRPr kumimoji="1" lang="en-US" altLang="ja-JP" b="1" dirty="0"/>
          </a:p>
          <a:p>
            <a:pPr marL="0" indent="0">
              <a:buNone/>
            </a:pPr>
            <a:r>
              <a:rPr lang="ja-JP" altLang="en-US" dirty="0"/>
              <a:t>・法学部は弁護士学校→やる気のある受かりそうな人</a:t>
            </a:r>
            <a:endParaRPr lang="en-US" altLang="ja-JP" dirty="0"/>
          </a:p>
          <a:p>
            <a:pPr marL="0" indent="0">
              <a:buNone/>
            </a:pPr>
            <a:r>
              <a:rPr lang="ja-JP" altLang="en-US" dirty="0"/>
              <a:t>・経営学部は公認会計士→やる気のある受かりそうな人</a:t>
            </a:r>
            <a:endParaRPr kumimoji="1" lang="en-US" altLang="ja-JP" dirty="0"/>
          </a:p>
          <a:p>
            <a:endParaRPr kumimoji="1" lang="ja-JP" altLang="en-US" dirty="0"/>
          </a:p>
        </p:txBody>
      </p:sp>
      <p:sp>
        <p:nvSpPr>
          <p:cNvPr id="4" name="コンテンツ プレースホルダー 2">
            <a:extLst>
              <a:ext uri="{FF2B5EF4-FFF2-40B4-BE49-F238E27FC236}">
                <a16:creationId xmlns:a16="http://schemas.microsoft.com/office/drawing/2014/main" id="{3A50A365-1972-D62C-76F0-BAB4412605FB}"/>
              </a:ext>
            </a:extLst>
          </p:cNvPr>
          <p:cNvSpPr txBox="1">
            <a:spLocks/>
          </p:cNvSpPr>
          <p:nvPr/>
        </p:nvSpPr>
        <p:spPr>
          <a:xfrm>
            <a:off x="5822482" y="1825625"/>
            <a:ext cx="4580823"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ja-JP" altLang="en-US" b="1" dirty="0"/>
              <a:t>インターン情報</a:t>
            </a:r>
            <a:endParaRPr lang="en-US" altLang="ja-JP" b="1" dirty="0"/>
          </a:p>
          <a:p>
            <a:pPr marL="0" indent="0">
              <a:buNone/>
            </a:pPr>
            <a:r>
              <a:rPr lang="ja-JP" altLang="en-US" dirty="0"/>
              <a:t>・神戸大学生に就職してほしい企業ってどんなやろ。</a:t>
            </a:r>
            <a:endParaRPr lang="en-US" altLang="ja-JP" dirty="0"/>
          </a:p>
          <a:p>
            <a:pPr marL="0" indent="0">
              <a:buNone/>
            </a:pPr>
            <a:endParaRPr lang="en-US" altLang="ja-JP" dirty="0"/>
          </a:p>
          <a:p>
            <a:pPr marL="0" indent="0">
              <a:buNone/>
            </a:pPr>
            <a:r>
              <a:rPr lang="ja-JP" altLang="en-US" b="1" dirty="0"/>
              <a:t>物件情報</a:t>
            </a:r>
            <a:endParaRPr lang="en-US" altLang="ja-JP" b="1" dirty="0"/>
          </a:p>
          <a:p>
            <a:pPr marL="0" indent="0">
              <a:buNone/>
            </a:pPr>
            <a:r>
              <a:rPr lang="ja-JP" altLang="en-US" dirty="0"/>
              <a:t>・神戸大学生に就職してほしい企業ってどんなやろ。</a:t>
            </a:r>
            <a:endParaRPr lang="en-US" altLang="ja-JP" dirty="0"/>
          </a:p>
          <a:p>
            <a:pPr marL="0" indent="0">
              <a:buNone/>
            </a:pPr>
            <a:endParaRPr lang="en-US" altLang="ja-JP" dirty="0"/>
          </a:p>
          <a:p>
            <a:endParaRPr lang="en-US" altLang="ja-JP" dirty="0"/>
          </a:p>
          <a:p>
            <a:pPr marL="0" indent="0">
              <a:buNone/>
            </a:pPr>
            <a:endParaRPr lang="en-US" altLang="ja-JP" dirty="0"/>
          </a:p>
          <a:p>
            <a:endParaRPr lang="en-US" altLang="ja-JP" dirty="0"/>
          </a:p>
          <a:p>
            <a:pPr marL="0" indent="0">
              <a:buFont typeface="Arial" panose="020B0604020202020204" pitchFamily="34" charset="0"/>
              <a:buNone/>
            </a:pPr>
            <a:endParaRPr lang="en-US" altLang="ja-JP" dirty="0"/>
          </a:p>
          <a:p>
            <a:pPr marL="0" indent="0">
              <a:buFont typeface="Arial" panose="020B0604020202020204" pitchFamily="34" charset="0"/>
              <a:buNone/>
            </a:pPr>
            <a:endParaRPr lang="en-US" altLang="ja-JP" dirty="0"/>
          </a:p>
          <a:p>
            <a:endParaRPr lang="en-US" altLang="ja-JP" dirty="0"/>
          </a:p>
          <a:p>
            <a:endParaRPr lang="en-US" altLang="ja-JP" dirty="0"/>
          </a:p>
          <a:p>
            <a:endParaRPr lang="ja-JP" altLang="en-US" dirty="0"/>
          </a:p>
        </p:txBody>
      </p:sp>
    </p:spTree>
    <p:extLst>
      <p:ext uri="{BB962C8B-B14F-4D97-AF65-F5344CB8AC3E}">
        <p14:creationId xmlns:p14="http://schemas.microsoft.com/office/powerpoint/2010/main" val="10974820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D3E403-2526-7A65-B2CE-DD03F4F5479E}"/>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06F0E8C7-2EF8-D08D-4046-0D8ED34650B6}"/>
              </a:ext>
            </a:extLst>
          </p:cNvPr>
          <p:cNvSpPr>
            <a:spLocks noGrp="1"/>
          </p:cNvSpPr>
          <p:nvPr>
            <p:ph type="title"/>
          </p:nvPr>
        </p:nvSpPr>
        <p:spPr/>
        <p:txBody>
          <a:bodyPr/>
          <a:lstStyle/>
          <a:p>
            <a:r>
              <a:rPr lang="ja-JP" altLang="en-US" b="1" dirty="0"/>
              <a:t>悩んでいること</a:t>
            </a:r>
            <a:endParaRPr kumimoji="1" lang="ja-JP" altLang="en-US" b="1" dirty="0"/>
          </a:p>
        </p:txBody>
      </p:sp>
      <p:sp>
        <p:nvSpPr>
          <p:cNvPr id="3" name="コンテンツ プレースホルダー 2">
            <a:extLst>
              <a:ext uri="{FF2B5EF4-FFF2-40B4-BE49-F238E27FC236}">
                <a16:creationId xmlns:a16="http://schemas.microsoft.com/office/drawing/2014/main" id="{569F0846-9C3A-18B6-CEB9-AB6C3DE8456E}"/>
              </a:ext>
            </a:extLst>
          </p:cNvPr>
          <p:cNvSpPr>
            <a:spLocks noGrp="1"/>
          </p:cNvSpPr>
          <p:nvPr>
            <p:ph idx="1"/>
          </p:nvPr>
        </p:nvSpPr>
        <p:spPr>
          <a:xfrm>
            <a:off x="838200" y="1825625"/>
            <a:ext cx="9826592" cy="4351338"/>
          </a:xfrm>
        </p:spPr>
        <p:txBody>
          <a:bodyPr>
            <a:normAutofit fontScale="62500" lnSpcReduction="20000"/>
          </a:bodyPr>
          <a:lstStyle/>
          <a:p>
            <a:pPr marL="0" indent="0">
              <a:buNone/>
            </a:pPr>
            <a:r>
              <a:rPr kumimoji="1" lang="ja-JP" altLang="en-US" dirty="0"/>
              <a:t>・神大生へ求人をしたい人がいるのか→塾バイトと資格関係はありそう</a:t>
            </a:r>
            <a:endParaRPr kumimoji="1" lang="en-US" altLang="ja-JP" dirty="0"/>
          </a:p>
          <a:p>
            <a:pPr marL="0" indent="0">
              <a:buNone/>
            </a:pPr>
            <a:endParaRPr lang="en-US" altLang="ja-JP" dirty="0"/>
          </a:p>
          <a:p>
            <a:pPr marL="0" indent="0">
              <a:buNone/>
            </a:pPr>
            <a:r>
              <a:rPr kumimoji="1" lang="ja-JP" altLang="en-US" dirty="0"/>
              <a:t>・神大情報の恒常的な集め方</a:t>
            </a:r>
            <a:endParaRPr kumimoji="1" lang="en-US" altLang="ja-JP" dirty="0"/>
          </a:p>
          <a:p>
            <a:pPr marL="0" indent="0">
              <a:buNone/>
            </a:pPr>
            <a:endParaRPr lang="en-US" altLang="ja-JP" dirty="0"/>
          </a:p>
          <a:p>
            <a:pPr marL="0" indent="0">
              <a:buNone/>
            </a:pPr>
            <a:r>
              <a:rPr kumimoji="1" lang="ja-JP" altLang="en-US" dirty="0"/>
              <a:t>・平岡さんとの契約方法</a:t>
            </a:r>
            <a:endParaRPr kumimoji="1" lang="en-US" altLang="ja-JP" dirty="0"/>
          </a:p>
          <a:p>
            <a:pPr marL="0" indent="0">
              <a:buNone/>
            </a:pPr>
            <a:endParaRPr lang="en-US" altLang="ja-JP" dirty="0"/>
          </a:p>
          <a:p>
            <a:pPr marL="0" indent="0">
              <a:buNone/>
            </a:pPr>
            <a:r>
              <a:rPr kumimoji="1" lang="ja-JP" altLang="en-US" dirty="0"/>
              <a:t>・システムのバグへの対処</a:t>
            </a:r>
            <a:endParaRPr kumimoji="1" lang="en-US" altLang="ja-JP" dirty="0"/>
          </a:p>
          <a:p>
            <a:pPr marL="0" indent="0">
              <a:buNone/>
            </a:pPr>
            <a:endParaRPr lang="en-US" altLang="ja-JP" dirty="0"/>
          </a:p>
          <a:p>
            <a:pPr marL="0" indent="0">
              <a:buNone/>
            </a:pPr>
            <a:r>
              <a:rPr kumimoji="1" lang="ja-JP" altLang="en-US" dirty="0"/>
              <a:t>・周辺店舗への営業のかけ方</a:t>
            </a:r>
            <a:endParaRPr kumimoji="1" lang="en-US" altLang="ja-JP" dirty="0"/>
          </a:p>
          <a:p>
            <a:pPr marL="0" indent="0">
              <a:buNone/>
            </a:pPr>
            <a:endParaRPr lang="en-US" altLang="ja-JP" dirty="0"/>
          </a:p>
          <a:p>
            <a:pPr marL="0" indent="0">
              <a:buNone/>
            </a:pPr>
            <a:r>
              <a:rPr kumimoji="1" lang="ja-JP" altLang="en-US" dirty="0"/>
              <a:t>・チーム構成</a:t>
            </a:r>
            <a:endParaRPr kumimoji="1" lang="en-US" altLang="ja-JP" dirty="0"/>
          </a:p>
          <a:p>
            <a:pPr marL="0" indent="0">
              <a:buNone/>
            </a:pPr>
            <a:endParaRPr lang="en-US" altLang="ja-JP" dirty="0"/>
          </a:p>
          <a:p>
            <a:pPr marL="0" indent="0">
              <a:buNone/>
            </a:pPr>
            <a:r>
              <a:rPr kumimoji="1" lang="ja-JP" altLang="en-US" dirty="0"/>
              <a:t>・レビュー収集と過去問集めに金払いたくない。→レビューを投稿するとより多くのコメントが見られる。過去問を提供すると過去問の類題を提供する。</a:t>
            </a:r>
            <a:endParaRPr kumimoji="1" lang="en-US" altLang="ja-JP" dirty="0"/>
          </a:p>
          <a:p>
            <a:pPr marL="0" indent="0">
              <a:buNone/>
            </a:pPr>
            <a:endParaRPr lang="en-US" altLang="ja-JP" dirty="0"/>
          </a:p>
          <a:p>
            <a:pPr marL="0" indent="0">
              <a:buNone/>
            </a:pPr>
            <a:endParaRPr kumimoji="1" lang="en-US" altLang="ja-JP" dirty="0"/>
          </a:p>
          <a:p>
            <a:pPr marL="0" indent="0">
              <a:buNone/>
            </a:pPr>
            <a:endParaRPr lang="en-US" altLang="ja-JP" dirty="0"/>
          </a:p>
          <a:p>
            <a:endParaRPr lang="en-US" altLang="ja-JP" dirty="0"/>
          </a:p>
          <a:p>
            <a:endParaRPr kumimoji="1" lang="en-US" altLang="ja-JP" dirty="0"/>
          </a:p>
          <a:p>
            <a:endParaRPr kumimoji="1" lang="ja-JP" altLang="en-US" dirty="0"/>
          </a:p>
        </p:txBody>
      </p:sp>
    </p:spTree>
    <p:extLst>
      <p:ext uri="{BB962C8B-B14F-4D97-AF65-F5344CB8AC3E}">
        <p14:creationId xmlns:p14="http://schemas.microsoft.com/office/powerpoint/2010/main" val="36512177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389951-D001-B7AB-F708-A60E43FAE060}"/>
            </a:ext>
          </a:extLst>
        </p:cNvPr>
        <p:cNvGrpSpPr/>
        <p:nvPr/>
      </p:nvGrpSpPr>
      <p:grpSpPr>
        <a:xfrm>
          <a:off x="0" y="0"/>
          <a:ext cx="0" cy="0"/>
          <a:chOff x="0" y="0"/>
          <a:chExt cx="0" cy="0"/>
        </a:xfrm>
      </p:grpSpPr>
      <p:sp>
        <p:nvSpPr>
          <p:cNvPr id="5" name="テキスト ボックス 4">
            <a:extLst>
              <a:ext uri="{FF2B5EF4-FFF2-40B4-BE49-F238E27FC236}">
                <a16:creationId xmlns:a16="http://schemas.microsoft.com/office/drawing/2014/main" id="{FA762F9F-F4CB-8021-6793-099C7606AFC0}"/>
              </a:ext>
            </a:extLst>
          </p:cNvPr>
          <p:cNvSpPr txBox="1"/>
          <p:nvPr/>
        </p:nvSpPr>
        <p:spPr>
          <a:xfrm>
            <a:off x="9460992" y="111294"/>
            <a:ext cx="4053513" cy="584775"/>
          </a:xfrm>
          <a:prstGeom prst="rect">
            <a:avLst/>
          </a:prstGeom>
          <a:noFill/>
        </p:spPr>
        <p:txBody>
          <a:bodyPr wrap="square">
            <a:spAutoFit/>
          </a:bodyPr>
          <a:lstStyle/>
          <a:p>
            <a:r>
              <a:rPr lang="ja-JP" altLang="en-US" sz="1600" u="sng" dirty="0"/>
              <a:t>学部：工学部</a:t>
            </a:r>
            <a:r>
              <a:rPr lang="en-US" altLang="ja-JP" sz="1600" u="sng" dirty="0"/>
              <a:t> </a:t>
            </a:r>
            <a:br>
              <a:rPr lang="en-US" altLang="ja-JP" sz="1600" u="sng" dirty="0"/>
            </a:br>
            <a:r>
              <a:rPr lang="ja-JP" altLang="en-US" sz="1600" u="sng" dirty="0"/>
              <a:t>名前：大西英恋</a:t>
            </a:r>
          </a:p>
        </p:txBody>
      </p:sp>
      <p:sp>
        <p:nvSpPr>
          <p:cNvPr id="7" name="正方形/長方形 6">
            <a:extLst>
              <a:ext uri="{FF2B5EF4-FFF2-40B4-BE49-F238E27FC236}">
                <a16:creationId xmlns:a16="http://schemas.microsoft.com/office/drawing/2014/main" id="{BBEA6F15-8B6B-1A01-7A9E-A944015B6267}"/>
              </a:ext>
            </a:extLst>
          </p:cNvPr>
          <p:cNvSpPr/>
          <p:nvPr/>
        </p:nvSpPr>
        <p:spPr>
          <a:xfrm>
            <a:off x="807522" y="604310"/>
            <a:ext cx="914400" cy="52322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00"/>
              <a:t>事業名</a:t>
            </a:r>
          </a:p>
        </p:txBody>
      </p:sp>
      <p:sp>
        <p:nvSpPr>
          <p:cNvPr id="8" name="正方形/長方形 7">
            <a:extLst>
              <a:ext uri="{FF2B5EF4-FFF2-40B4-BE49-F238E27FC236}">
                <a16:creationId xmlns:a16="http://schemas.microsoft.com/office/drawing/2014/main" id="{8D5D42E2-80A7-39F6-3622-E31F4FD41EFA}"/>
              </a:ext>
            </a:extLst>
          </p:cNvPr>
          <p:cNvSpPr/>
          <p:nvPr/>
        </p:nvSpPr>
        <p:spPr>
          <a:xfrm>
            <a:off x="807522" y="1307626"/>
            <a:ext cx="914400" cy="52322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00"/>
              <a:t>誰の</a:t>
            </a:r>
          </a:p>
        </p:txBody>
      </p:sp>
      <p:sp>
        <p:nvSpPr>
          <p:cNvPr id="9" name="正方形/長方形 8">
            <a:extLst>
              <a:ext uri="{FF2B5EF4-FFF2-40B4-BE49-F238E27FC236}">
                <a16:creationId xmlns:a16="http://schemas.microsoft.com/office/drawing/2014/main" id="{26B16925-9312-01F0-2AE7-B85E10CD8F0A}"/>
              </a:ext>
            </a:extLst>
          </p:cNvPr>
          <p:cNvSpPr/>
          <p:nvPr/>
        </p:nvSpPr>
        <p:spPr>
          <a:xfrm>
            <a:off x="807522" y="2010942"/>
            <a:ext cx="914400" cy="49560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00"/>
              <a:t>どんな</a:t>
            </a:r>
            <a:endParaRPr kumimoji="1" lang="en-US" altLang="ja-JP" sz="1400" dirty="0"/>
          </a:p>
          <a:p>
            <a:pPr algn="ctr"/>
            <a:r>
              <a:rPr lang="ja-JP" altLang="en-US" sz="1400"/>
              <a:t>課題を</a:t>
            </a:r>
            <a:endParaRPr kumimoji="1" lang="ja-JP" altLang="en-US" sz="1400"/>
          </a:p>
        </p:txBody>
      </p:sp>
      <p:sp>
        <p:nvSpPr>
          <p:cNvPr id="10" name="正方形/長方形 9">
            <a:extLst>
              <a:ext uri="{FF2B5EF4-FFF2-40B4-BE49-F238E27FC236}">
                <a16:creationId xmlns:a16="http://schemas.microsoft.com/office/drawing/2014/main" id="{70748E61-FC45-1DE0-1736-8488125337B5}"/>
              </a:ext>
            </a:extLst>
          </p:cNvPr>
          <p:cNvSpPr/>
          <p:nvPr/>
        </p:nvSpPr>
        <p:spPr>
          <a:xfrm>
            <a:off x="807522" y="2725407"/>
            <a:ext cx="914400" cy="101566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00"/>
              <a:t>どう</a:t>
            </a:r>
            <a:endParaRPr kumimoji="1" lang="en-US" altLang="ja-JP" sz="1400" dirty="0"/>
          </a:p>
          <a:p>
            <a:pPr algn="ctr"/>
            <a:r>
              <a:rPr kumimoji="1" lang="ja-JP" altLang="en-US" sz="1400"/>
              <a:t>やって</a:t>
            </a:r>
            <a:endParaRPr kumimoji="1" lang="en-US" altLang="ja-JP" sz="1400" dirty="0"/>
          </a:p>
          <a:p>
            <a:pPr algn="ctr"/>
            <a:r>
              <a:rPr lang="ja-JP" altLang="en-US" sz="1400"/>
              <a:t>解決</a:t>
            </a:r>
            <a:endParaRPr lang="en-US" altLang="ja-JP" sz="1400" dirty="0"/>
          </a:p>
        </p:txBody>
      </p:sp>
      <p:sp>
        <p:nvSpPr>
          <p:cNvPr id="15" name="テキスト ボックス 14">
            <a:extLst>
              <a:ext uri="{FF2B5EF4-FFF2-40B4-BE49-F238E27FC236}">
                <a16:creationId xmlns:a16="http://schemas.microsoft.com/office/drawing/2014/main" id="{5D1FEED1-2FD7-4E8A-B4CB-BD09C0A6755E}"/>
              </a:ext>
            </a:extLst>
          </p:cNvPr>
          <p:cNvSpPr txBox="1"/>
          <p:nvPr/>
        </p:nvSpPr>
        <p:spPr>
          <a:xfrm>
            <a:off x="851139" y="5348343"/>
            <a:ext cx="4620512" cy="738664"/>
          </a:xfrm>
          <a:prstGeom prst="rect">
            <a:avLst/>
          </a:prstGeom>
          <a:noFill/>
        </p:spPr>
        <p:txBody>
          <a:bodyPr wrap="square">
            <a:spAutoFit/>
          </a:bodyPr>
          <a:lstStyle/>
          <a:p>
            <a:r>
              <a:rPr lang="ja-JP" altLang="en-US" sz="1400" b="1" dirty="0"/>
              <a:t>＜作りたい社会は？＞</a:t>
            </a:r>
            <a:endParaRPr lang="en-US" altLang="ja-JP" sz="1400" b="1" dirty="0"/>
          </a:p>
          <a:p>
            <a:r>
              <a:rPr lang="ja-JP" altLang="en-US" sz="1400" b="1" dirty="0"/>
              <a:t>・ゴマを擦る能力でなく、正当な努力と実力で</a:t>
            </a:r>
            <a:r>
              <a:rPr lang="en-US" altLang="ja-JP" sz="1400" b="1" dirty="0"/>
              <a:t>GPA</a:t>
            </a:r>
            <a:r>
              <a:rPr lang="ja-JP" altLang="en-US" sz="1400" b="1" dirty="0"/>
              <a:t>や成果が定まる神戸大学</a:t>
            </a:r>
          </a:p>
        </p:txBody>
      </p:sp>
      <p:sp>
        <p:nvSpPr>
          <p:cNvPr id="3" name="テキスト ボックス 2">
            <a:extLst>
              <a:ext uri="{FF2B5EF4-FFF2-40B4-BE49-F238E27FC236}">
                <a16:creationId xmlns:a16="http://schemas.microsoft.com/office/drawing/2014/main" id="{600089D0-FD2C-754C-2911-BD0887B3DD89}"/>
              </a:ext>
            </a:extLst>
          </p:cNvPr>
          <p:cNvSpPr txBox="1"/>
          <p:nvPr/>
        </p:nvSpPr>
        <p:spPr>
          <a:xfrm>
            <a:off x="851139" y="3959931"/>
            <a:ext cx="4620512" cy="1169551"/>
          </a:xfrm>
          <a:prstGeom prst="rect">
            <a:avLst/>
          </a:prstGeom>
          <a:noFill/>
        </p:spPr>
        <p:txBody>
          <a:bodyPr wrap="square">
            <a:spAutoFit/>
          </a:bodyPr>
          <a:lstStyle/>
          <a:p>
            <a:r>
              <a:rPr lang="ja-JP" altLang="en-US" sz="1400" b="1" dirty="0"/>
              <a:t>＜</a:t>
            </a:r>
            <a:r>
              <a:rPr lang="en-US" altLang="ja-JP" sz="1400" b="1" dirty="0"/>
              <a:t>Why now? Why you?</a:t>
            </a:r>
            <a:r>
              <a:rPr lang="ja-JP" altLang="en-US" sz="1400" b="1" dirty="0"/>
              <a:t>＞</a:t>
            </a:r>
            <a:endParaRPr lang="en-US" altLang="ja-JP" sz="1400" b="1" dirty="0"/>
          </a:p>
          <a:p>
            <a:r>
              <a:rPr lang="ja-JP" altLang="en-US" sz="1400" b="1" dirty="0"/>
              <a:t>・神戸大学生として不便だと肌で感じたから。</a:t>
            </a:r>
            <a:endParaRPr lang="en-US" altLang="ja-JP" sz="1400" b="1" dirty="0"/>
          </a:p>
          <a:p>
            <a:r>
              <a:rPr lang="ja-JP" altLang="en-US" sz="1400" b="1" dirty="0"/>
              <a:t>・アイデアを形にする技術力</a:t>
            </a:r>
            <a:endParaRPr lang="en-US" altLang="ja-JP" sz="1400" b="1" dirty="0"/>
          </a:p>
          <a:p>
            <a:r>
              <a:rPr lang="ja-JP" altLang="en-US" sz="1400" b="1" dirty="0"/>
              <a:t>・</a:t>
            </a:r>
            <a:r>
              <a:rPr lang="en-US" altLang="ja-JP" sz="1400" b="1" dirty="0"/>
              <a:t>12000</a:t>
            </a:r>
            <a:r>
              <a:rPr lang="ja-JP" altLang="ja-JP" sz="1400" b="1" dirty="0"/>
              <a:t>人以上の友達数を誇る</a:t>
            </a:r>
            <a:r>
              <a:rPr lang="en-US" altLang="ja-JP" sz="1400" b="1" dirty="0"/>
              <a:t>Line Bot</a:t>
            </a:r>
            <a:r>
              <a:rPr lang="ja-JP" altLang="ja-JP" sz="1400" b="1" dirty="0"/>
              <a:t>運営者</a:t>
            </a:r>
            <a:r>
              <a:rPr lang="ja-JP" altLang="en-US" sz="1400" b="1" dirty="0"/>
              <a:t>とつながりがある</a:t>
            </a:r>
            <a:endParaRPr lang="en-US" altLang="ja-JP" sz="1400" b="1" dirty="0"/>
          </a:p>
        </p:txBody>
      </p:sp>
      <p:sp>
        <p:nvSpPr>
          <p:cNvPr id="6" name="テキスト ボックス 5">
            <a:extLst>
              <a:ext uri="{FF2B5EF4-FFF2-40B4-BE49-F238E27FC236}">
                <a16:creationId xmlns:a16="http://schemas.microsoft.com/office/drawing/2014/main" id="{75CA22EE-5C85-CB80-CE35-AF06EBD552DC}"/>
              </a:ext>
            </a:extLst>
          </p:cNvPr>
          <p:cNvSpPr txBox="1"/>
          <p:nvPr/>
        </p:nvSpPr>
        <p:spPr>
          <a:xfrm>
            <a:off x="1880207" y="448943"/>
            <a:ext cx="6481128" cy="830997"/>
          </a:xfrm>
          <a:prstGeom prst="rect">
            <a:avLst/>
          </a:prstGeom>
          <a:noFill/>
        </p:spPr>
        <p:txBody>
          <a:bodyPr wrap="square">
            <a:spAutoFit/>
          </a:bodyPr>
          <a:lstStyle/>
          <a:p>
            <a:r>
              <a:rPr lang="ja-JP" altLang="en-US" sz="2400" b="1" u="sng" dirty="0"/>
              <a:t>神戸大学情報インフラ</a:t>
            </a:r>
            <a:r>
              <a:rPr lang="en-US" altLang="ja-JP" sz="2400" b="1" u="sng" dirty="0"/>
              <a:t>LINE Bot</a:t>
            </a:r>
            <a:r>
              <a:rPr lang="ja-JP" altLang="en-US" sz="2400" b="1" u="sng" dirty="0"/>
              <a:t>を基盤とした「ターゲット特化型広告事業」</a:t>
            </a:r>
          </a:p>
        </p:txBody>
      </p:sp>
      <p:sp>
        <p:nvSpPr>
          <p:cNvPr id="11" name="テキスト ボックス 10">
            <a:extLst>
              <a:ext uri="{FF2B5EF4-FFF2-40B4-BE49-F238E27FC236}">
                <a16:creationId xmlns:a16="http://schemas.microsoft.com/office/drawing/2014/main" id="{F40F6CD9-BEBC-EE4F-7AE6-3546C197A682}"/>
              </a:ext>
            </a:extLst>
          </p:cNvPr>
          <p:cNvSpPr txBox="1"/>
          <p:nvPr/>
        </p:nvSpPr>
        <p:spPr>
          <a:xfrm>
            <a:off x="1721922" y="1359267"/>
            <a:ext cx="3902927" cy="584775"/>
          </a:xfrm>
          <a:prstGeom prst="rect">
            <a:avLst/>
          </a:prstGeom>
          <a:noFill/>
        </p:spPr>
        <p:txBody>
          <a:bodyPr wrap="square">
            <a:spAutoFit/>
          </a:bodyPr>
          <a:lstStyle/>
          <a:p>
            <a:r>
              <a:rPr lang="ja-JP" altLang="en-US" sz="1600" b="1" dirty="0"/>
              <a:t>・効率よく単位を取りたい</a:t>
            </a:r>
            <a:r>
              <a:rPr lang="en-US" altLang="ja-JP" sz="1600" b="1" dirty="0"/>
              <a:t>(GPA</a:t>
            </a:r>
            <a:r>
              <a:rPr lang="ja-JP" altLang="en-US" sz="1600" b="1" dirty="0"/>
              <a:t>を上げたい</a:t>
            </a:r>
            <a:r>
              <a:rPr lang="en-US" altLang="ja-JP" sz="1600" b="1" dirty="0"/>
              <a:t>)</a:t>
            </a:r>
            <a:r>
              <a:rPr lang="ja-JP" altLang="en-US" sz="1600" b="1" dirty="0"/>
              <a:t>神戸大学生</a:t>
            </a:r>
            <a:endParaRPr lang="en-US" altLang="ja-JP" sz="1600" b="1" dirty="0"/>
          </a:p>
        </p:txBody>
      </p:sp>
      <p:sp>
        <p:nvSpPr>
          <p:cNvPr id="12" name="テキスト ボックス 11">
            <a:extLst>
              <a:ext uri="{FF2B5EF4-FFF2-40B4-BE49-F238E27FC236}">
                <a16:creationId xmlns:a16="http://schemas.microsoft.com/office/drawing/2014/main" id="{9222B41F-F940-089E-03A5-1F0AE7359FF5}"/>
              </a:ext>
            </a:extLst>
          </p:cNvPr>
          <p:cNvSpPr txBox="1"/>
          <p:nvPr/>
        </p:nvSpPr>
        <p:spPr>
          <a:xfrm>
            <a:off x="5992241" y="1941480"/>
            <a:ext cx="6066266" cy="338554"/>
          </a:xfrm>
          <a:prstGeom prst="rect">
            <a:avLst/>
          </a:prstGeom>
          <a:noFill/>
        </p:spPr>
        <p:txBody>
          <a:bodyPr wrap="square">
            <a:spAutoFit/>
          </a:bodyPr>
          <a:lstStyle/>
          <a:p>
            <a:r>
              <a:rPr lang="ja-JP" altLang="en-US" sz="1600" b="1" dirty="0"/>
              <a:t>・「最適な媒体」がない　</a:t>
            </a:r>
          </a:p>
        </p:txBody>
      </p:sp>
      <p:sp>
        <p:nvSpPr>
          <p:cNvPr id="13" name="テキスト ボックス 12">
            <a:extLst>
              <a:ext uri="{FF2B5EF4-FFF2-40B4-BE49-F238E27FC236}">
                <a16:creationId xmlns:a16="http://schemas.microsoft.com/office/drawing/2014/main" id="{2AEA7C57-142D-0339-D8A8-7A7C7018962F}"/>
              </a:ext>
            </a:extLst>
          </p:cNvPr>
          <p:cNvSpPr txBox="1"/>
          <p:nvPr/>
        </p:nvSpPr>
        <p:spPr>
          <a:xfrm>
            <a:off x="1721922" y="2007427"/>
            <a:ext cx="4270319" cy="584775"/>
          </a:xfrm>
          <a:prstGeom prst="rect">
            <a:avLst/>
          </a:prstGeom>
          <a:noFill/>
        </p:spPr>
        <p:txBody>
          <a:bodyPr wrap="square">
            <a:spAutoFit/>
          </a:bodyPr>
          <a:lstStyle/>
          <a:p>
            <a:r>
              <a:rPr lang="ja-JP" altLang="en-US" sz="1600" b="1" dirty="0"/>
              <a:t>・人脈や財力を頼って、授業情報を手に入れるしかない現状</a:t>
            </a:r>
          </a:p>
        </p:txBody>
      </p:sp>
      <p:sp>
        <p:nvSpPr>
          <p:cNvPr id="16" name="テキスト ボックス 15">
            <a:extLst>
              <a:ext uri="{FF2B5EF4-FFF2-40B4-BE49-F238E27FC236}">
                <a16:creationId xmlns:a16="http://schemas.microsoft.com/office/drawing/2014/main" id="{0D2959D3-FD95-B764-D7B8-4FEF5A26EAA7}"/>
              </a:ext>
            </a:extLst>
          </p:cNvPr>
          <p:cNvSpPr txBox="1"/>
          <p:nvPr/>
        </p:nvSpPr>
        <p:spPr>
          <a:xfrm>
            <a:off x="5995157" y="1435307"/>
            <a:ext cx="5594588" cy="338554"/>
          </a:xfrm>
          <a:prstGeom prst="rect">
            <a:avLst/>
          </a:prstGeom>
          <a:noFill/>
        </p:spPr>
        <p:txBody>
          <a:bodyPr wrap="square">
            <a:spAutoFit/>
          </a:bodyPr>
          <a:lstStyle/>
          <a:p>
            <a:r>
              <a:rPr lang="ja-JP" altLang="en-US" sz="1600" b="1" dirty="0"/>
              <a:t>・神戸大学生に成約率の高い広告を出したい企業</a:t>
            </a:r>
            <a:r>
              <a:rPr lang="en-US" altLang="ja-JP" sz="1600" b="1" dirty="0"/>
              <a:t>(</a:t>
            </a:r>
            <a:r>
              <a:rPr lang="ja-JP" altLang="en-US" sz="1600" b="1" dirty="0"/>
              <a:t>個人</a:t>
            </a:r>
            <a:r>
              <a:rPr lang="en-US" altLang="ja-JP" sz="1600" b="1" dirty="0"/>
              <a:t>)</a:t>
            </a:r>
          </a:p>
        </p:txBody>
      </p:sp>
      <p:sp>
        <p:nvSpPr>
          <p:cNvPr id="17" name="テキスト ボックス 16">
            <a:extLst>
              <a:ext uri="{FF2B5EF4-FFF2-40B4-BE49-F238E27FC236}">
                <a16:creationId xmlns:a16="http://schemas.microsoft.com/office/drawing/2014/main" id="{3F743C0A-B5E3-8BC9-024B-360E9233A1E2}"/>
              </a:ext>
            </a:extLst>
          </p:cNvPr>
          <p:cNvSpPr txBox="1"/>
          <p:nvPr/>
        </p:nvSpPr>
        <p:spPr>
          <a:xfrm>
            <a:off x="1825682" y="2725407"/>
            <a:ext cx="4270318" cy="584775"/>
          </a:xfrm>
          <a:prstGeom prst="rect">
            <a:avLst/>
          </a:prstGeom>
          <a:noFill/>
        </p:spPr>
        <p:txBody>
          <a:bodyPr wrap="square">
            <a:spAutoFit/>
          </a:bodyPr>
          <a:lstStyle/>
          <a:p>
            <a:r>
              <a:rPr lang="ja-JP" altLang="en-US" sz="1600" b="1" dirty="0"/>
              <a:t>・圧倒的な量の実ユーザーデータに基づく「</a:t>
            </a:r>
            <a:r>
              <a:rPr lang="en-US" altLang="ja-JP" sz="1600" b="1" dirty="0"/>
              <a:t>LINE Bot</a:t>
            </a:r>
            <a:r>
              <a:rPr lang="ja-JP" altLang="en-US" sz="1600" b="1" dirty="0"/>
              <a:t>による配信」</a:t>
            </a:r>
          </a:p>
        </p:txBody>
      </p:sp>
      <p:sp>
        <p:nvSpPr>
          <p:cNvPr id="18" name="テキスト ボックス 17">
            <a:extLst>
              <a:ext uri="{FF2B5EF4-FFF2-40B4-BE49-F238E27FC236}">
                <a16:creationId xmlns:a16="http://schemas.microsoft.com/office/drawing/2014/main" id="{17449F01-BA5C-E66D-365E-886834DE7BC5}"/>
              </a:ext>
            </a:extLst>
          </p:cNvPr>
          <p:cNvSpPr txBox="1"/>
          <p:nvPr/>
        </p:nvSpPr>
        <p:spPr>
          <a:xfrm>
            <a:off x="5992241" y="2694628"/>
            <a:ext cx="5392237" cy="584775"/>
          </a:xfrm>
          <a:prstGeom prst="rect">
            <a:avLst/>
          </a:prstGeom>
          <a:noFill/>
        </p:spPr>
        <p:txBody>
          <a:bodyPr wrap="square">
            <a:spAutoFit/>
          </a:bodyPr>
          <a:lstStyle/>
          <a:p>
            <a:r>
              <a:rPr lang="ja-JP" altLang="en-US" sz="1600" b="1" dirty="0"/>
              <a:t>・</a:t>
            </a:r>
            <a:r>
              <a:rPr lang="ja-JP" altLang="ja-JP" sz="1600" b="1" dirty="0"/>
              <a:t>学生の属性（学部・学年等）で絞り込めるターゲット特化型広告で解決</a:t>
            </a:r>
            <a:endParaRPr lang="en-US" altLang="ja-JP" sz="1600" b="1" dirty="0"/>
          </a:p>
        </p:txBody>
      </p:sp>
      <p:sp>
        <p:nvSpPr>
          <p:cNvPr id="4" name="テキスト ボックス 3">
            <a:extLst>
              <a:ext uri="{FF2B5EF4-FFF2-40B4-BE49-F238E27FC236}">
                <a16:creationId xmlns:a16="http://schemas.microsoft.com/office/drawing/2014/main" id="{FCE8EEA4-07C7-7298-53C1-4AA1714959A4}"/>
              </a:ext>
            </a:extLst>
          </p:cNvPr>
          <p:cNvSpPr txBox="1"/>
          <p:nvPr/>
        </p:nvSpPr>
        <p:spPr>
          <a:xfrm>
            <a:off x="6095511" y="3959931"/>
            <a:ext cx="5392237" cy="1815882"/>
          </a:xfrm>
          <a:prstGeom prst="rect">
            <a:avLst/>
          </a:prstGeom>
          <a:noFill/>
        </p:spPr>
        <p:txBody>
          <a:bodyPr wrap="square">
            <a:spAutoFit/>
          </a:bodyPr>
          <a:lstStyle/>
          <a:p>
            <a:r>
              <a:rPr lang="ja-JP" altLang="en-US" sz="1400" b="1" dirty="0"/>
              <a:t>＜ワールドカフェ＞</a:t>
            </a:r>
            <a:endParaRPr lang="en-US" altLang="ja-JP" sz="1400" b="1" dirty="0"/>
          </a:p>
          <a:p>
            <a:r>
              <a:rPr lang="ja-JP" altLang="en-US" sz="1400" b="1" dirty="0"/>
              <a:t>・人数：</a:t>
            </a:r>
            <a:r>
              <a:rPr lang="en-US" altLang="ja-JP" sz="1400" b="1" dirty="0"/>
              <a:t>1</a:t>
            </a:r>
            <a:r>
              <a:rPr lang="ja-JP" altLang="en-US" sz="1400" b="1" dirty="0"/>
              <a:t>人</a:t>
            </a:r>
            <a:endParaRPr lang="en-US" altLang="ja-JP" sz="1400" b="1" dirty="0"/>
          </a:p>
          <a:p>
            <a:endParaRPr lang="en-US" altLang="ja-JP" sz="1400" b="1" dirty="0"/>
          </a:p>
          <a:p>
            <a:r>
              <a:rPr lang="ja-JP" altLang="en-US" sz="1400" b="1" dirty="0"/>
              <a:t>・</a:t>
            </a:r>
            <a:r>
              <a:rPr lang="ja-JP" altLang="ja-JP" sz="1400" b="1" dirty="0"/>
              <a:t>必須条件：神大の情報インフラ整備を心底したい人</a:t>
            </a:r>
            <a:r>
              <a:rPr lang="ja-JP" altLang="en-US" sz="1400" b="1" dirty="0"/>
              <a:t>、</a:t>
            </a:r>
            <a:r>
              <a:rPr lang="ja-JP" altLang="ja-JP" sz="1400" b="1" dirty="0"/>
              <a:t>フットワークが軽いこと</a:t>
            </a:r>
            <a:r>
              <a:rPr lang="ja-JP" altLang="en-US" sz="1400" b="1" dirty="0"/>
              <a:t>、</a:t>
            </a:r>
            <a:endParaRPr lang="en-US" altLang="ja-JP" sz="1400" b="1" dirty="0"/>
          </a:p>
          <a:p>
            <a:endParaRPr lang="ja-JP" altLang="ja-JP" sz="1400" b="1" dirty="0"/>
          </a:p>
          <a:p>
            <a:r>
              <a:rPr lang="ja-JP" altLang="en-US" sz="1400" b="1" dirty="0"/>
              <a:t>・</a:t>
            </a:r>
            <a:r>
              <a:rPr lang="ja-JP" altLang="ja-JP" sz="1400" b="1" dirty="0"/>
              <a:t>歓迎</a:t>
            </a:r>
            <a:r>
              <a:rPr lang="ja-JP" altLang="en-US" sz="1400" b="1" dirty="0"/>
              <a:t>条件</a:t>
            </a:r>
            <a:r>
              <a:rPr lang="ja-JP" altLang="ja-JP" sz="1400" b="1" dirty="0"/>
              <a:t>：</a:t>
            </a:r>
            <a:r>
              <a:rPr lang="ja-JP" altLang="en-US" sz="1400" b="1" dirty="0"/>
              <a:t>システム関連の知識、</a:t>
            </a:r>
            <a:r>
              <a:rPr lang="ja-JP" altLang="ja-JP" sz="1400" b="1" dirty="0"/>
              <a:t>プログラミング、ファイナンス、</a:t>
            </a:r>
            <a:r>
              <a:rPr lang="ja-JP" altLang="en-US" sz="1400" b="1" dirty="0"/>
              <a:t>営業トーク、明るさ、</a:t>
            </a:r>
            <a:r>
              <a:rPr lang="ja-JP" altLang="ja-JP" sz="1400" b="1" dirty="0"/>
              <a:t>友達多い、兵庫在住</a:t>
            </a:r>
          </a:p>
        </p:txBody>
      </p:sp>
    </p:spTree>
    <p:extLst>
      <p:ext uri="{BB962C8B-B14F-4D97-AF65-F5344CB8AC3E}">
        <p14:creationId xmlns:p14="http://schemas.microsoft.com/office/powerpoint/2010/main" val="2254473754"/>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2997</TotalTime>
  <Words>835</Words>
  <Application>Microsoft Office PowerPoint</Application>
  <PresentationFormat>ワイド画面</PresentationFormat>
  <Paragraphs>177</Paragraphs>
  <Slides>7</Slides>
  <Notes>1</Notes>
  <HiddenSlides>0</HiddenSlides>
  <MMClips>0</MMClips>
  <ScaleCrop>false</ScaleCrop>
  <HeadingPairs>
    <vt:vector size="6" baseType="variant">
      <vt:variant>
        <vt:lpstr>使用されているフォント</vt:lpstr>
      </vt:variant>
      <vt:variant>
        <vt:i4>3</vt:i4>
      </vt:variant>
      <vt:variant>
        <vt:lpstr>テーマ</vt:lpstr>
      </vt:variant>
      <vt:variant>
        <vt:i4>1</vt:i4>
      </vt:variant>
      <vt:variant>
        <vt:lpstr>スライド タイトル</vt:lpstr>
      </vt:variant>
      <vt:variant>
        <vt:i4>7</vt:i4>
      </vt:variant>
    </vt:vector>
  </HeadingPairs>
  <TitlesOfParts>
    <vt:vector size="11" baseType="lpstr">
      <vt:lpstr>游ゴシック</vt:lpstr>
      <vt:lpstr>游ゴシック Light</vt:lpstr>
      <vt:lpstr>Arial</vt:lpstr>
      <vt:lpstr>Office テーマ</vt:lpstr>
      <vt:lpstr>神大ライフハック(line bot)</vt:lpstr>
      <vt:lpstr>特徴</vt:lpstr>
      <vt:lpstr>継続運用</vt:lpstr>
      <vt:lpstr>○○別ライフハック需要</vt:lpstr>
      <vt:lpstr>○○別企業需要</vt:lpstr>
      <vt:lpstr>悩んでいること</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英恋 大西</dc:creator>
  <cp:lastModifiedBy>大西　英恋</cp:lastModifiedBy>
  <cp:revision>2</cp:revision>
  <dcterms:created xsi:type="dcterms:W3CDTF">2026-05-29T02:46:33Z</dcterms:created>
  <dcterms:modified xsi:type="dcterms:W3CDTF">2026-06-15T16:13:52Z</dcterms:modified>
</cp:coreProperties>
</file>